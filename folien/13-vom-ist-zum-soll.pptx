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Ist-Analyse, Anforderungen, Sollkonzept und CMDB: Voltrad plant den neuen Serverraum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12. Oktober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37360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Euer Aufbau vom Mittwoch wird übergeben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8424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84248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Voltrad: Der Serverraum ist am Ende. Der Weg vom Ist zum Soll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Ist-Analyse und Anforderungen: drei Quellen, messbar machen, Verfügbarkeit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780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78024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Sollkonzept, Lastenheft und Pflichtenheft, CMDB und die Ausfallfrage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24912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249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24912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718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71800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ihr: der Auftrag, die Fundstücke und das Werkzeug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218688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186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218688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 in Breakouts: Bestandsaufnahme bei Voltrad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655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65576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712464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712464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Mittwoch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2062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605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Cloud-Rennen habt ihr gebaut. Heute geht es um das, was vor dem Bauen kommt.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STICHWORTE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warmup-sz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1426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926080"/>
            <a:ext cx="7461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morgen betreut sie euren Aufbau.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muss sie wissen?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Kleiner Tipp: Denkt an alles, was ihr beim Rennen im Kopf hattet und was nirgends stand.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warmup-ueberga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9709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5137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Tags vom Rennen sagen, wer zuständig ist. Was woran hängt, stand nirgends.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aus einem alten Serverraum ein Plan wird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VOLTRAD GMBH · E-BIKE-HERSTELLER, 280 MITARBEITENDE, 120 RÄDER AM TAG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Serverraum ist am Ende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l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0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drei Fragen beantwortet ihr heute Abend für Voltrad.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SCHRITTE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vom Ist zum Soll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08176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gehen wir die Schritte 1 bis 4 durch. Die Beziehungen für die CMDB zeichnet ihr selbst.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QUELLEN, DREI BLINDE FLECKEN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Ist-Analyse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drei-quell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Praxiszeit bekommt ihr Fundstücke aus allen drei Quellen.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UND WIE GUT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Anforderungen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anforderungsar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nicht-funktionalen Anforderungen entscheiden später über Architektur und Kosten.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MESSBAR MACHEN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Wunsch zur Anforderung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mess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8010144" cy="2523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Station 2 macht ihr das mit Aussagen aus den Gesprächen bei Voltrad.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PROZENTZAHL BRAUCHT EINE BEZUGSZEIT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Verfügbarkeit in Stunden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verfuegbarke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2394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7822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jeder Verfügbarkeit zuerst fragen: rund um die Uhr oder nur in der Betriebszeit? Davon hängen der erlaubte Ausfall, die Wartungsfenster und die Kosten ab.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ENTSCHEIDUNG JE SYSTEM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Sollkonzept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entscheid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7880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3308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einer Woche habt ihr die Cloud kennengelernt. Heute entscheidet ihr, was dort hingehört.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SCHREIBT WAS?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Lastenheft und Pflichtenheft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lasten-pfli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Prüfung liefert die Situationsbeschreibung das Was. Ihr liefert das Wie: Konzept, Maßnahmen und Plan.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ALS EINE LISTE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CMDB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cm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Betrieb liest eine CMDB viele dieser Angaben automatisch aus den Systemen aus.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12/21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DATENBANK MIT WEBOBERFLÄCHE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CMDB in der Praxis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cmdb-pr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0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bauen wir keine echte CMDB auf. Ihr zeichnet ihren Kern: die Bestandteile und ihre Beziehungen.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13/21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WOZU DIE BEZIEHUNGEN GUT SIND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Ausfallfrage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ausfallf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2394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7822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Datenbank ist hier ein Single Point of Failure: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Bestandteil ohne Ersatz, an dem vieles hängt.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Ist zum Soll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14/21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Bestandsaufnahme bei Voltrad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FUNDSTÜCKE, VIER ERGEBNISSE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Auftrag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oll-auft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0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Fundstücke und jede Station stehen auf der Übungsseite.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15/21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 und der Live Editor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merma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 ist heute nur der Stift. Wer lieber anders zeichnet, nimmt draw.io, Excalidraw oder Papier.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16/21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STELLEN GENÜGEN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Mermaid Live Editor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mermaid/mermaid-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4572000" cy="25360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371600"/>
            <a:ext cx="4572000" cy="2536031"/>
          </a:xfrm>
          <a:prstGeom prst="rect">
            <a:avLst/>
          </a:prstGeom>
          <a:ln w="9525">
            <a:solidFill>
              <a:srgbClr val="C9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58384" y="137160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dieser Zeile wird dieses Bild: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58384" y="1609344"/>
            <a:ext cx="3218688" cy="310896"/>
          </a:xfrm>
          <a:prstGeom prst="roundRect">
            <a:avLst>
              <a:gd name="adj" fmla="val 11765"/>
            </a:avLst>
          </a:prstGeom>
          <a:solidFill>
            <a:srgbClr val="0F1B2A"/>
          </a:solidFill>
          <a:ln w="12700">
            <a:solidFill>
              <a:srgbClr val="0F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9824" y="1609344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--&gt;|holt Aufträge von| ERPAPP</a:t>
            </a:r>
            <a:endParaRPr lang="en-US" sz="1000" dirty="0"/>
          </a:p>
        </p:txBody>
      </p:sp>
      <p:pic>
        <p:nvPicPr>
          <p:cNvPr id="10" name="Image 1" descr="/Users/jacobmenge/Desktop/kurs-26.2b-orga/folienwerkstatt/assets/diagramme/soll-ze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993392"/>
            <a:ext cx="3218688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58384" y="2432304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58384" y="24323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33288" y="2450592"/>
            <a:ext cx="2843784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 Code steht der Text. Ab Zeile 2 ist jede Zeile eine Beziehung.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358384" y="2930652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58384" y="29306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733288" y="2948940"/>
            <a:ext cx="284378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Rechts zeichnet der Editor sofort mit.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358384" y="3252978"/>
            <a:ext cx="246888" cy="246888"/>
          </a:xfrm>
          <a:prstGeom prst="ellipse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58384" y="325297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733288" y="3271266"/>
            <a:ext cx="2843784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öffnet den Link zum Teilen. Der ganze Graph steckt im Link.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1" name="Text 17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Tippfehler? Das Bild wird grau, unter dem Code steht Syntax error mit der Zeile. Save diagram und AI Repair braucht ihr nicht, beide verlangen ein Konto.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17/21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19:10 BIS 20:30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54480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544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64208" y="1554480"/>
            <a:ext cx="6912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Fundstücke aufteilen und lesen, jede Person eines · 10 Min.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8013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4208" y="1801368"/>
            <a:ext cx="6912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steht da wirklich? Die Inventarliste gegen drei Fundstücke prüfen · 15 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048256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04825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64208" y="2048256"/>
            <a:ext cx="6912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wird gebraucht? Anforderungen messbar machen, Verfügbarkeit rechnen · 15 Min.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29514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295144"/>
            <a:ext cx="6912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soll es aussehen? Je System entscheiden, Lastenheft und Pflichtenheft · 10 Min.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542032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4203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542032"/>
            <a:ext cx="6912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hängt woran? Den Graphen erweitern, die Ausfallfrage beantworten · 20 Min.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7889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64208" y="2788920"/>
            <a:ext cx="6912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Rechner als CI, Verfügbarkeit in der Kette, Speicher der Dateiablage, der Fahrplan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108960"/>
            <a:ext cx="973836" cy="201168"/>
          </a:xfrm>
          <a:prstGeom prst="rect">
            <a:avLst/>
          </a:prstGeom>
          <a:solidFill>
            <a:srgbClr val="5C6377"/>
          </a:solidFill>
          <a:ln w="12700">
            <a:solidFill>
              <a:srgbClr val="5C6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08960"/>
            <a:ext cx="973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68196" y="3108960"/>
            <a:ext cx="1474470" cy="201168"/>
          </a:xfrm>
          <a:prstGeom prst="rect">
            <a:avLst/>
          </a:prstGeom>
          <a:solidFill>
            <a:srgbClr val="3843AF"/>
          </a:solidFill>
          <a:ln w="12700">
            <a:solidFill>
              <a:srgbClr val="384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68196" y="3108960"/>
            <a:ext cx="1474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70098" y="3108960"/>
            <a:ext cx="1474470" cy="201168"/>
          </a:xfrm>
          <a:prstGeom prst="rect">
            <a:avLst/>
          </a:prstGeom>
          <a:solidFill>
            <a:srgbClr val="0F7C86"/>
          </a:solidFill>
          <a:ln w="12700">
            <a:solidFill>
              <a:srgbClr val="0F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70098" y="3108960"/>
            <a:ext cx="1474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973836" cy="201168"/>
          </a:xfrm>
          <a:prstGeom prst="rect">
            <a:avLst/>
          </a:prstGeom>
          <a:solidFill>
            <a:srgbClr val="9A6310"/>
          </a:solidFill>
          <a:ln w="12700">
            <a:solidFill>
              <a:srgbClr val="9A63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108960"/>
            <a:ext cx="973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3268" y="3108960"/>
            <a:ext cx="1975104" cy="201168"/>
          </a:xfrm>
          <a:prstGeom prst="rect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3268" y="31089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75804" y="3108960"/>
            <a:ext cx="973836" cy="201168"/>
          </a:xfrm>
          <a:prstGeom prst="rect">
            <a:avLst/>
          </a:prstGeom>
          <a:solidFill>
            <a:srgbClr val="DFE3F0"/>
          </a:solidFill>
          <a:ln w="12700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5804" y="3108960"/>
            <a:ext cx="973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Puffer, Bonus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3401568"/>
            <a:ext cx="8010144" cy="1042416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3401568"/>
            <a:ext cx="41148" cy="1042416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" y="3547872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steht auf der Kursseite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4672" y="3835654"/>
            <a:ext cx="7607808" cy="4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 jacobmenge.github.io/kurs-unterlagen/infrastruktur-planung/praxis-bestandsaufnahme/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Theorie:  jacobmenge.github.io/kurs-unterlagen/infrastruktur-planung/anforderungen-und-sollkonzept/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18/21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3843AF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Person öffnet die Übungsseite selbst, liest eines der vier Fundstücke gründlich und berichtet den anderen.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3843AF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Person teilt den Bildschirm. Eine zweite führt den Ergebniszettel von der Übungsseite.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3843AF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einigen, dann aufklappen: Die Musterlösung ist zum Vergleichen da.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3843AF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vielen Fragen gibt es mehrere gute Antworten. Es zählt eure Begründung.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3843AF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erst der Hinweis auf der Übungsseite, dann fragen. Ich schaue reihum vorbei.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639312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39312"/>
            <a:ext cx="41148" cy="822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8561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20:30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73398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Bringt mit: eure drei dringendsten Befunde, die Zahl der E-Bikes bei 99,5 % und den Link zu eurem Graphen.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19/21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MINUTEN, ALLE ZUSAMMEN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00784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007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64208" y="1700784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Befunde habt ihr gefunden? Welcher ist der gefährlichste und warum?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84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64208" y="2084832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Anforderung an den Konfigurator: Welche Zahl, welcher Bezug, welches Messverfahren?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46888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68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2468880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99,5 % für das Fertigungsleitsystem: Wie viele Stunden, wie viele E-Bikes? Was fehlt der Zahl?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8529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2852928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Acht neue Server? Was bleibt im Werk, was geht in die Cloud, was wird abgeschaltet?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323697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369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64208" y="3236976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Serverraum fällt 20 Minuten der Strom aus: Was steht alles? Ein Team zeigt seinen Graphen.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6210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64208" y="3621024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Dateiablage fast voll, dazu das NAS der Konstruktion: Wie viel Speicher braucht Voltrad?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letzte Frage bleibt heute offen. Mit ihr steigen wir am Mittwoch ein.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20/21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 planen wir, was das neue Konzept braucht: Speicher, Ressourcen und Lizenzen.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6459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Nachlesen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Übung, die Theorie zu Anforderungen und Sollkonzept und acht weitere Aufgaben stehen auf der Kursseite.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6459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braucht ihr von heute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Entscheidung je System. Dazu die Zahlen der Dateiablage: 2 TB groß, zu 92 Prozent belegt, 25 GB mehr im Monat.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6459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Speicher, welche Technik, wie viele Leute, welche Lizenzen? Mit einer Entscheidungsübung.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14. Oktober um 18:00 Uhr.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21/21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der Bestand, dann der Plan.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und Theorie bleiben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14. Oktober · Speicher, Ressourcen, Lizenzen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Vom Ist zum Soll</dc:title>
  <dc:subject>Abend 14 im Themenblock Planung, Konzeptionierung, Integration</dc:subject>
  <dc:creator>Jacob Menge</dc:creator>
  <cp:lastModifiedBy>Jacob Menge</cp:lastModifiedBy>
  <cp:revision>1</cp:revision>
  <dcterms:created xsi:type="dcterms:W3CDTF">2026-10-12T15:58:50Z</dcterms:created>
  <dcterms:modified xsi:type="dcterms:W3CDTF">2026-10-12T15:58:50Z</dcterms:modified>
</cp:coreProperties>
</file>