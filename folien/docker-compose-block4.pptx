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KURS VIRTUALISIERUNG &amp; DOCKER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Multi-Container-Stacks deklarativ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Stunden Theorie · 45 Minuten Praxis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heute lernst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· 2 Stunden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Compose? Imperativ vs. deklarativ. V1 vs. V2. Wichtigste Befehle.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compose.yaml-Syntax: services, image/build, ports, environment, volumes, depends_on, healthcheck, .env, profiles.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54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 · 45 Minuten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eigene compose.yaml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Adminer als deklarativer Stack.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übst: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 schreiben · up / down / ps / logs / exec · Persistenz mit benanntem Volume.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ein Container nicht mehr reicht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3: Postgres + Adminer manuell zusammengeschraubt – schon mit zwei Services wird es mühsam.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Container: viele Flags – Name, Netzwerk, Volume, jede ENV-Variable, jedes Port-Mapping.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 ist deine Verantwortung – falsche Reihenfolge = nichts läuft.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 am Setup heißt: stoppen, entfernen, neu starten.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 Kollegen weitergeben = Shell-Skript oder lange README.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Schreibst du den Setup nicht einmal in eine Datei?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in einem Satz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Werkzeug, das einen Stack aus mehreren Containern aus einer YAML-Datei startet und verwaltet.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Datei: compose.yaml (alt: docker-compose.yml).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Befehl: docker compose up -d.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beschreibst den Zielzustand – Compose macht den Rest.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Single-Host-Tool. Für mehrere Hosts: Kubernetes oder Swarm.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kleine compose.yaml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POSTGRES_PASSWORD: geheim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postgres-daten:/var/lib/postgresql/data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"8000:8000"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postgres-daten: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docker compose up automatisch macht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 anlegen – passend zum Projektordner.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anlegen, falls nicht vorhanden.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bauen, falls build: angegeben ist.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 der richtigen Reihenfolge starten (depends_on).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einrichten – Services finden sich über ihren Namen.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Was du in Block 3 mit fünf docker run-Befehlen gebaut hast, läuft jetzt mit einem einzigen.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ZENTRALE UNTERSCHIED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 vs. deklarativ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Imperativ – docker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Deklarativ – 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Schritte beschreiben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Zielzustand beschreiben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Reihenfolge: deine Verantwortung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Reihenfolge: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Änderung = alles neu starten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Änderung = up -d, Compose macht den 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Befehle merken oder ins README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compose.yaml IST das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 ist der Standard moderner Tools: Kubernetes, Terraform, Ansible.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 BINDESTRICH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vs. docker-compose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(alt)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(aktuell)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Schreibweise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docker-compose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Implementierung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separat installiert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Go, als Docker-Plugin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seit 2023 keine Updates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Standard, mit Docker Desktop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V2 nutzen. Check mit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version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COMPOSE-CLI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wichtigsten Befehle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        # Stack im Hintergrund starten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         # Stack stoppen + aufräumen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-v       # zusätzlich Volumes löschen (Daten weg!)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            # Status der 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      # Live-Logs aller 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app sh   # Shell im Container öffnen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 # Image neu bauen und starten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Compose-Befehle wirken nur auf Container dieses Projekts. Andere Container auf dem Host bleiben unberührt.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EINSATZBEREICHE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Compose – wann nicht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301752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geeignet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als ein Container, die zusammen arbeiten.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Entwicklungsumgebungen für das ganze Team.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CI/CD-Tests: Stack hochfahren, testen, abbauen.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(Nextcloud, WordPress, Grafana).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54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das Richtige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Einzelne Container – docker run reicht.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Hosts (Cluster) – das macht Kubernetes.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 mit Lastverteilung über Server hinweg – Compose ist Single-Host.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einer compose.yaml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Top-Level-Blöcke. Pflicht ist nur services:.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24231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die Container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benannte Volumes (optional)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eigene Netzwerke (optional, oft nicht nötig)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alte version: ganz oben ist in Compose V2 obsolet. Einfach weglassen.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– ein Eintrag = ein Container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der Service-Name (frei wählbar) – und gleichzeitig der DNS-Name im Compose-Netzwerk.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sagt, welches Image gezogen wird.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mappt Host-Port auf Container-Port – Host:Container.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CONTAINER-QUELLE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vs. build: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– fertiges Image aus Registry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6908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– aus lokalem Dockerfile bauen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8745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Beides geht auch zusammen: lokal bauen und das Ergebnis unter einem Image-Namen taggen – praktisch für späteren Push in eine Registry.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 – Port-Mapping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"HOST:CONTAINER" – immer als String.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"8080:80"               # Host 8080  →  Container 80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"127.0.0.1:8081:80"     # nur auf Localhost binden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"3000-3002:3000-3002"   # Port-Bereich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Service-zu-Service-Kommunikation braucht kein ports:. Services finden sich automatisch über ihren Service-Namen.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Weniger offene Ports = weniger Angriffsfläche.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– ENV-Variablen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Schreibweisen sind erlaubt – konsistent bleiben.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Map-Form (lesbar, empfohlen)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6908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POSTGRES_USER: kurs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POSTGRES_PASSWORD: geheim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POSTGRES_DB: kursdaten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Listen-Form (kompakt)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14630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945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POSTGRES_USER=kurs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POSTGRES_PASSWORD=geheim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POSTGRES_DB=kursdaten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Variablen einzeln aufzulisten kannst du auch eine ganze Datei laden – mit env_file: app.env.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volumes: – persistente Daten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Service mounten – und im Top-Level-Block deklarieren.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2377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postgres-daten:/var/lib/postgresql/data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postgres-daten: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Container weg, Volume bleibt. Datenbank überlebt down + up.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– Startreihenfolge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2160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Achtung: </a:t>
            </a:r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wartet nur auf den Container-Start, nicht auf die Bereitschaft des Dienstes. Postgres braucht z.B. 5–15 Sekunden, bis er Anfragen annimmt.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– Bereitschaft prüfen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560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 "pg_isready -U postgres"]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5s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3s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start_period: 10s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sichtbar in docker compose ps: starting → healthy → (oder unhealthy).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WIRKLICH WARTEN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+ condition: service_healthy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["CMD-SHELL", "pg_isready -U postgres"]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5s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condition: service_healthy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 startet erst, wenn db als healthy markiert 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– Variablen aus Datei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liest .env automatisch aus dem Ordner mit der compose.yaml.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0690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POSTGRES_PASSWORD=geheim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APP_PORT=8080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compose.yaml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1945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POSTGRES_PASSWORD: ${POSTGRES_PASSWORD}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"${APP_PORT:-8000}:8000"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</a:t>
            </a:r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gehören in .env – und .env gehört in .gitignore. Nie ins Repo einchecken.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profiles: – optionale Services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nur dann starten, wenn man sie wirklich will.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adminer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"8081:8080"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profiles: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debug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startet nur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--profile debug up -d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startet zusätzlich adminer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config – YAML prüfen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config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die fertig aufgelöste YAML – nach Einsetzen von .env-Variablen und Defaults.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alle ${VAR}-Stellen richtig eingesetzt?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 Compose deine Service-Struktur?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Syntax-Fehler werden mit Zeilenangabe ausgegeben.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Vor jedem ersten up -d einmal aufrufen.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Merksätze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 vs. deklarativ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beschreibt Schritte. Compose beschreibt den Zielzustand. Ab mehr als einem Container: immer Compose.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allein wartet nicht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"warte bis DB bereit" brauchst du condition: service_healthy plus Healthcheck im Ziel-Service.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0604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Befehle reichen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-d, down, ps, logs -f, exec service sh – damit erschlägst du 90 % deines Compose-Alltags.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Grundlagen: compose.yaml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48143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Minuten Hands-on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 erste eigene compose.yaml – Postgres + Adminer als deklarativer Stack.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 mit zwei Services schreiben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mit up -d starten, mit down abbauen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/ logs / exec praktisch durchspielen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 mit benanntem Volume überprüfen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Compose – Block 4</dc:title>
  <dc:subject>Kurs Virtualisierung &amp; Docker</dc:subject>
  <dc:creator>Jacob Menge</dc:creator>
  <cp:lastModifiedBy>Jacob Menge</cp:lastModifiedBy>
  <cp:revision>1</cp:revision>
  <dcterms:created xsi:type="dcterms:W3CDTF">2026-04-30T16:04:53Z</dcterms:created>
  <dcterms:modified xsi:type="dcterms:W3CDTF">2026-04-30T16:04:53Z</dcterms:modified>
</cp:coreProperties>
</file>