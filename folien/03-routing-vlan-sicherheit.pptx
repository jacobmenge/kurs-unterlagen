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Montag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Montag.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kennt ihr vom ersten Abend – jetzt wisst ihr, was in dieser Tabelle steht.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das – beweist es: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24/31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25/31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26/31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27/31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28/31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29/31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30/31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31/31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2026-09-02T15:51:34Z</dcterms:created>
  <dcterms:modified xsi:type="dcterms:W3CDTF">2026-09-02T15:51:34Z</dcterms:modified>
</cp:coreProperties>
</file>