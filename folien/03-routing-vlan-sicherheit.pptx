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VLAN und Sicherheit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 des Netzwerkblocks – am Ende beantwortet ihr die Frage vom ersten Abend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2. September 2026 · 18:00–21:00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55648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556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5564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eine Kopfrechenaufgabe von Montag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993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199339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Routing: Wie ein Paket seinen Weg findet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31136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31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23113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 trennen: VLAN, DMZ und die Firewall dazwischen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68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46888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06624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06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70662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Quickchecks: DHCP und DNS – erst raten, dann klicken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9443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294436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für die Breakout-Übung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182112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1821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18211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Breakout: Netzwerk-Notruf – fünf Fälle und ein Bonus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4198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41985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Auswertung: eure Diagnosen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3657600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657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72768" y="365760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Finale: github.com – ihr erzählt, ich klicke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38953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72768" y="389534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Blockabschluss und Ausblick auf Montag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Montag heißt es Virtualisierung – heute machen wir das Netz fertig.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 – 40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7461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/27-Netz: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viele Geräte passen hinein?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 von Montag: Hostbits → Blockgröße → minus zwei.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2/31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737360"/>
            <a:ext cx="7461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/27-Netz: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viele Geräte passen hinein? – 30.</a:t>
            </a:r>
            <a:endParaRPr lang="en-US" sz="2600" dirty="0"/>
          </a:p>
        </p:txBody>
      </p:sp>
      <p:pic>
        <p:nvPicPr>
          <p:cNvPr id="6" name="Image 0" descr="/Users/jacobmenge/Desktop/kurs-26.2b-orga/folienwerkstatt/assets/diagramme/warmup-b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17520"/>
            <a:ext cx="8010144" cy="877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32 gesagt hat: willkommen im Klub von Montag – jetzt sitzt 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Weg finden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ein Router wirklich tut, wenn euer Paket ankommt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Wohin mit dem Paket?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outing-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Woher weiß der Router, wohin damit? Eure Ideen in den Chat.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4/31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ANTWORT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Wohin mit dem Paket?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outing-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Router hat einen Wegweiser dabei: seine Routing-Tabelle. Die schauen wir uns jetzt 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5/31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ROUTING-TABELLE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ein Paket seinen Weg findet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outing-weg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319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8862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Schaut auf die Tabelle: Welche Zeilen passen auf 172.16.5.7? Antwort in den Chat.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6/31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ROUTING-TABELLE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ein Paket seinen Weg findet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outing-weg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319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8862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„Passt“ heißt: Die ersten 16 oder 24 Bits stimmen überein – euer Präfix von Montag. Der längere gewinnt.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7/31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ROUTING-TABELLE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ein Paket seinen Weg findet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outing-weg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319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8862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das passiert an jedem Hop neu – jedem Router auf dem Weg. Deshalb zeigt tracert eine Kette.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8/31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FÜR HOP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Reise eures Pakets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hop-reise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7764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319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Router liest dieselbe Ziel-IP aus dem Paketkopf – und fragt damit seine eigene Tabelle.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9/31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FÜR HOP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Reise eures Pakets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hop-reis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7764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319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Router liest dieselbe Ziel-IP aus dem Paketkopf – und fragt damit seine eigene Tabelle.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10/31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FÜR HOP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Reise eures Pakets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hop-reis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7764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319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Router liest dieselbe Ziel-IP aus dem Paketkopf – und fragt damit seine eigene Tabelle.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11/31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FÜR HOP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Reise eures Pakets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hop-reis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7764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319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Hause losgeschickt, bei github.com angekommen – und tracert zeigt euch jede Station.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12/31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 – IP TRIFFT MAC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wie erreicht es den Router wirklich?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arp-b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8010144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78808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3308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 -a kennt ihr vom ersten Abend – jetzt wisst ihr, was in dieser Tabelle steht.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13/31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Getrennt, obwohl verkabelt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VLAN, DMZ und die Firewall dazwischen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LOGISCHE TRENNUNG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– ein Switch, mehrere Netze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vlan-swi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615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ist die technische Antwort auf euren Subnetz-Plan von Montag: Gäste und Server trennt man nicht nur auf dem Papier.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 trennen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14/31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 WOHIN?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Zonenmodell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zonen-mod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Merkt euch das Muster – es kommt beim Sicherheitsblock wieder und trägt jede Infrastrukturplanung.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 trennen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15/31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Quickcheck: DHCP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7461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Gerät kommt frisch ins Netz,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ohne Adresse. Welche vier Schritte laufen ab?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Laut eurer Standortbestimmung sitzt das – beweist es: erst raten, dann klicke ich.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16/31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Quickcheck: DHCP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dhcp-d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8010144" cy="2706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70248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22452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Schritte, die euer Rechner bei jedem Netzbeitritt macht – meist in unter einer Sekunde. Die 169.254 seht ihr gleich im Breakout wieder.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17/31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Quickcheck: DNS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7461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ändert einen DNS-Eintrag –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halbe Welt sieht noch den alten. Warum?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Nachschlagen – erst raten, dann klicke ich.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18/31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Quickcheck: DNS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dns-tt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7764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319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Cache ist kein Fehler – er macht DNS schnell. Nur beim Umziehen heißt es: TTL abwarten.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19/31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Netzwerk-Notruf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Minuten in Gruppen – fünf Anrufe, fünf Diagnosen, ein Bonus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50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Störungsmeldungen, zu jeder ein paar echte Befehlsausgaben. Ihr benennt Schicht, Ursache und Fix – die Checkliste führt euch.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93852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38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35608" y="1938528"/>
            <a:ext cx="714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komme nirgendwo hin“ – der Klassiker zum Warmwerden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2128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435608" y="2212848"/>
            <a:ext cx="714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„Webseiten gehen nicht, aber …“ – genau hinsehen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" y="248716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871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35608" y="2487168"/>
            <a:ext cx="714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„Nur das Internet fehlt“ – Montag hilft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27614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435608" y="2761488"/>
            <a:ext cx="714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„Komische Adresse“ – Montag hilft sehr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" y="303580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0358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35608" y="3035808"/>
            <a:ext cx="714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„Server pingt, aber die App nicht“ – der Mittwochsfall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33101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435608" y="3310128"/>
            <a:ext cx="714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„Der Neue kommt nicht an die Ablage“ – für schnelle Gruppen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621024"/>
            <a:ext cx="8010144" cy="841248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3621024"/>
            <a:ext cx="41148" cy="841248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3767328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 – beides braucht ihr gleich im Raum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" y="4055110"/>
            <a:ext cx="7607808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Fälle und Checkliste:  jacobmenge.github.io/kurs-unterlagen/netzwerke/praxis-netzwerk-notruf/</a:t>
            </a:r>
            <a:endParaRPr lang="en-US" sz="10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Diagnosen eintragen:  &lt;Link zum Ergebnis-Dokument hier eintragen&gt;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20/31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Gleiche Gruppen, gleiche Sprecher. Eine Person teilt den Bildschirm.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Arbeitet die Checkliste von unten nach oben ab – sie ist euer Werkzeug, nicht eure Fessel.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Fall festhalten: Schicht, Beweis aus der Ausgabe, Ursache, Fix – ein Satz je Punkt reicht.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Hilfekarten erst nach ehrlichem Versuch. Die Lösungen bleiben zu, bis wir auswerten.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in eurem Raum auf „Um Hilfe bitten“ klicken.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602736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02736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4904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20:15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36822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übernimmt in der Auswertung einen Fall – bearbeitet trotzdem alle fünf. Der Bonus-Fall ist die Kür für Schnelle.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21/31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20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Diagnosen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92224"/>
            <a:ext cx="8266176" cy="40233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9222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8408" y="1792224"/>
            <a:ext cx="7598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stellt ihren Fall vor: Schicht, Beweis, Ursache, Fix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9456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2194560"/>
            <a:ext cx="7598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Plenum prüft: Hätte ein anderer Befehl schneller ans Ziel geführt?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96896"/>
            <a:ext cx="8266176" cy="40233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9689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2596896"/>
            <a:ext cx="7598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fünfte Fall gemeinsam – wer hat ihn geknackt?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9923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2999232"/>
            <a:ext cx="7598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Dann die Auflösungstabelle – und die Fälle, wo Montag geholfen hat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749040"/>
            <a:ext cx="8010144" cy="60350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3749040"/>
            <a:ext cx="41148" cy="603504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895344"/>
            <a:ext cx="7607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Diagnose zählt mehr als der Fix: Wer die Schicht sauber belegt hat, bekommt den Rest geschenkt.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22/31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Auflösung der fünf Fälle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00784"/>
            <a:ext cx="8266176" cy="34747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0078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435608" y="1700784"/>
            <a:ext cx="7141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APIPA, kein DHCP erreichbar – Symptom auf 3, Ursache dahinter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0482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35608" y="2048256"/>
            <a:ext cx="7141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antwortet nicht – IP-Ping läuft, Namen sterben (Schicht 7)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395728"/>
            <a:ext cx="8266176" cy="34747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9572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35608" y="2395728"/>
            <a:ext cx="7141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Falsches Default-Gateway – lokal alles gut, draußen nichts (Schicht 3)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743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35608" y="2743200"/>
            <a:ext cx="7141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Falsche Subnetzmaske /24 statt /25 – der Montags-Fall in freier Wildbahn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090672"/>
            <a:ext cx="8266176" cy="34747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0906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435608" y="3090672"/>
            <a:ext cx="7141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blockt den Port – ping ja, Dienst nein (Schicht 4)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34381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435608" y="3438144"/>
            <a:ext cx="7141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im falschen VLAN – die Gäste-Adresse aus dem DHCP verrät es (Schicht 2)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Pflichtfälle, ein Bonus – und jedes Mal hat die Checkliste den Weg gezeigt, nicht das Raten.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23/31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Leitfrage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passiert, wenn ich github.com eintippe? Ihr erzählt – ich klicke.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ANTWORT, STATION FÜR STATION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Leitfrage vom ersten Abend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weg-github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24/31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1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Leitfrage vom ersten Abend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weg-github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25/31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2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Leitfrage vom ersten Abend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weg-github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26/31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3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Leitfrage vom ersten Abend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weg-github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27/31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4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Leitfrage vom ersten Abend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weg-github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28/31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5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Leitfrage vom ersten Abend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weg-github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78808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3308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ersten Abend bis heute: Modell, Adressen, Weg, Trennung – alles steckt in dieser einen Antwort.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29/31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ABENDE, EIN WERKZEUGKASTEN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der Netzwerkblock euch gegeben hat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523744" cy="1965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83080"/>
            <a:ext cx="41148" cy="196596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293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Raster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231136"/>
            <a:ext cx="21214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Schichten als Suchraster: von unten nach oben, jeder Befehl beweist seine Schicht. Heute habt ihr fünf echte Fälle so gelöst.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783080"/>
            <a:ext cx="2523744" cy="1965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310128" y="1783080"/>
            <a:ext cx="41148" cy="196596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9293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Handwerk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2231136"/>
            <a:ext cx="21214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Subnetze rechnen und Netze planen – Maske, Blockgröße, minus zwei. Das tragt ihr in jede Infrastruktur, die noch kommt.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53328" y="1783080"/>
            <a:ext cx="2523744" cy="1965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53328" y="1783080"/>
            <a:ext cx="41148" cy="1965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9293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Muster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91072" y="2231136"/>
            <a:ext cx="21214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 trennt man mit Absicht: VLAN, DMZ, Firewall-Regeln. Das Zonenmodell seht ihr im Sicherheitsblock wieder.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877056"/>
            <a:ext cx="8010144" cy="51206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3877056"/>
            <a:ext cx="41148" cy="512064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023360"/>
            <a:ext cx="7607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bleibt online zum Nachschlagen – inklusive der Seiten, die wir nicht gemeinsam behandelt haben.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30/31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Montag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Montag bauen wir – der Netzwerkblock ist geschafft.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Virtualisierung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Hypervisor, virtuelle Maschinen, virtuelle Netze – und ihr startet eure erste eigene VM. Das Werkzeug dafür richten wir gemeinsam ein.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Nichts vorbereiten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braucht nur euren Rechner. Wer mag, liest vorab die Seite „Virtualisierung“ auf der Kursseite an – Pflicht ist das nicht.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Rechnungen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bei den Fällen 3 und 4 geschwommen ist: Die Montags-Seiten zu Adressierung und Routing schließen die Lücke.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Montag, 7. September, 18:00 Uhr – Virtualisierung.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31/31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Netzwerkblock: geschafft.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Abende, zwei Übungen, eine beantwortete Leitfrage – alles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7. September · Virtualisierung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Routing, VLAN und Sicherheit</dc:title>
  <dc:subject>Abend 3 im Themenblock Planung, Konzeptionierung, Integration</dc:subject>
  <dc:creator>Jacob Menge</dc:creator>
  <cp:lastModifiedBy>Jacob Menge</cp:lastModifiedBy>
  <cp:revision>1</cp:revision>
  <dcterms:created xsi:type="dcterms:W3CDTF">2026-09-03T13:40:15Z</dcterms:created>
  <dcterms:modified xsi:type="dcterms:W3CDTF">2026-09-03T13:40:15Z</dcterms:modified>
</cp:coreProperties>
</file>