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Praxis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Gruppen-Event Mission Control: Zehn Container, ein Team, 90 Minuten.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21. September 2026 · 18:00 bis 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die Compose-Frage aus dem Bonus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20116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201168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Szenario: die Aurora Station und ihr Notruf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677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677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18:20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677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Zielbild und die neuen Bausteine (build, .env, Healthcheck, Heartbeat)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5237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18:40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5237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Missionen, Rollen und Spielregeln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797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797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18:50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797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30358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30358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läuft: 90 Minuten in Gruppen, Funkhilfe in drei Stufen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2918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2918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20:30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2918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Demo-Runde: jede Gruppe zeigt ihren Stack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5478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5478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Rückblick auf den Docker-Block und Ausblick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gibt es keine neue Theorie am Stück. Heute zählt, was ihr aus vier Docker-Abenden baut.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1/13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CHAT, 60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645920"/>
            <a:ext cx="74615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Stack läuft. Ihr ergänzt einen Service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compose.yaml und tippt wieder up -d.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 mit den laufenden Containern?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 im Bonus gesehen, heute im Minutentakt gebraucht.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37360"/>
            <a:ext cx="74615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Nichts. Compose vergleicht Datei und Zustand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erzeugt nur, was fehlt.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Genau so arbeitet ihr heute: Die Datei wächst Mission für Mission, nach jeder folgt ein up und ein Blick auf die Lampen.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3/13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Aurora Station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Einsatz als DevOps-Team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SZENARIO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Notruf der Bodenstation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rora-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Station ist Fiktion, der Auftrag nicht: Genau so zieht man im Beruf einen Stack nach einem Ausfall neu hoch.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Szenario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4/13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ZIELBILD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baut ihr heute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mission-ziel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89888"/>
            <a:ext cx="8010144" cy="24871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 sind nur vier Dinge: build, die .env-Datei, der Healthcheck und der Heartbeat der Module. Alles andere kennt ihr aus den letzten drei Abenden.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Szenario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5/13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 VORGESTELLT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es zu tun bekommt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teckbrief-mi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Programmieren müsst ihr nichts. Der Code liegt fertig im Repository, ihr bringt ihn nur zum Laufen.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Szenario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6/13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DREI SEKUNDEN EIN LEBENSZEICHEN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Heartbeat der Module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eartbeat-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04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Jedes Modul ist ein eigener Container aus demselben Image, nur MODUL_NAME unterscheidet sie: die Umgebungsvariablen-Lektion von Montag in groß.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Szenario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7/13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HEALTHCHECK UND DEPENDS_ON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Warten, bis die Datenbank bereit ist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ealth-depen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99616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Profi-Baustein des Abends: Startreihenfolge nicht hoffen, sondern absichern. Ein Healthcheck ist ein kleiner Test, den Docker regelmäßig im Container ausführt.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Szenario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8/13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Missionen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Minuten, sieben Missionen, drei Vertiefungen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90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682496"/>
            <a:ext cx="8266176" cy="228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824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298448" y="1682496"/>
            <a:ext cx="7278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holen, Ordner ansehen, leere compose.yaml anlegen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110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298448" y="1911096"/>
            <a:ext cx="7278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Frontend: die erste Lampe leuchtet, die Station steht dunkel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139696"/>
            <a:ext cx="8266176" cy="228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139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98448" y="2139696"/>
            <a:ext cx="7278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Logbuch: Datenbank mit Init-Skript und Volume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3682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M3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298448" y="2368296"/>
            <a:ext cx="7278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Funkkontakt: Backend bauen, zwei Lampen springen um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596896"/>
            <a:ext cx="8266176" cy="228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5968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298448" y="2596896"/>
            <a:ext cx="7278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erste Modul: die Lebenserhaltung leuchtet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8254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298448" y="2825496"/>
            <a:ext cx="7278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Betriebsstärke: mindestens drei Module online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054096"/>
            <a:ext cx="8266176" cy="228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0540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M6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298448" y="3054096"/>
            <a:ext cx="7278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Konfiguration an eine Stelle: die .env-Datei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2826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298448" y="3282696"/>
            <a:ext cx="7278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Betriebsabnahme: healthy, Adminer, Neustart-Beweis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621024"/>
            <a:ext cx="8010144" cy="9144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621024"/>
            <a:ext cx="41148" cy="9144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767328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öffnen: die Einheit mit Missionen, Funkhilfe und Musterlösung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04672" y="4055110"/>
            <a:ext cx="7607808" cy="3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jacobmenge.github.io/kurs-unterlagen/docker-compose-mission-control/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Missionen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9/13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8010144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Schrittliste heute: Jede Mission nennt Ziel und Erfolgskriterium, den Weg baut ihr.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Reihe nach. Erfolg erkennt ihr an Lampen, Stellplätzen und Logbuch.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Klemmt es: erst Team, dann Funkhilfe Stufe 1 bis 3. Fünf Minuten ohne Fortschritt heißt nächste Stufe.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Pflicht: drei Module leuchten. Volle Station, Störung und Backend-Tausch sind Vertiefung.</a:t>
            </a:r>
            <a:endParaRPr lang="en-US" sz="11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Musterlösung nur als Notausgang. Driver tippt, Windows wie immer in der PowerShell.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3639312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39312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85616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20:30 beginnt die Demo-Runde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73398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3 bis 5 Minuten: die Station im Browser, docker compose ps mit healthy und eure kniffligste Stelle.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Missionen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Demo-Runde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81051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Station: Wie viele Module leuchten? Daneben docker compose ps mit healthy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17627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Beweis: down und up, die Logbuch-Historie ist noch da. Warum?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4203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420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54203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kniffligste Stelle und welches Log oder welche Funkhilfe sie gelöst hat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90779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der Vertiefung: Störung, Live-Ausfall oder FastAPI, kurz vorführen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15568" y="327355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offene Frage für Mittwoch: Euer Stack spricht HTTP. Die Presse in Halle 1 auch?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Punkte gibt es nur symbolisch und nur für Teamarbeit: Jede Rolle, die in der Demo zu Wort kommt, zählt einen.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Demo-Runde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11/13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RÜCKBLICK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Abende Docker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rueckbli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00784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ersten Wegwerf-Container zum orchestrierten Stack. Dieser Werkzeugkasten bleibt für den Rest des Kurses im Einsatz.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Demo-Runde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12/13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 beginnt ein neues Kapitel: die Industrie. Wie sprechen Maschinen, Sensoren und Anlagen?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 und IoT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 und MQTT: die Sprachen der Fabrik. Erst als Überblick, dann live im Datenmitschnitt.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Wireshark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schauen echten Industrie-Protokollen bei der Arbeit zu. Ob ihr das Werkzeug vorab installiert, sagen wir rechtzeitig im Chat.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bleibt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Werkzeugkasten von heute läuft ab jetzt nebenbei mit. Der MQTT-Broker wohnt bald in einem Container.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23. September um 18:00 Uhr, Industrie und IoT.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13/13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Zehn Container, eine Datei.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Missionen, Funkhilfe und die komplette Musterlösung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23. September · Industrie und IoT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Docker Praxis</dc:title>
  <dc:subject>Abend 8 im Themenblock Planung, Konzeptionierung, Integration</dc:subject>
  <dc:creator>Jacob Menge</dc:creator>
  <cp:lastModifiedBy>Jacob Menge</cp:lastModifiedBy>
  <cp:revision>1</cp:revision>
  <dcterms:created xsi:type="dcterms:W3CDTF">2026-09-14T19:54:20Z</dcterms:created>
  <dcterms:modified xsi:type="dcterms:W3CDTF">2026-09-14T19:54:20Z</dcterms:modified>
</cp:coreProperties>
</file>