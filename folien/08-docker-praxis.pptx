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Praxis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Gruppen-Event Mission Control: Vier Dienste, ein Team, 90 Minuten.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21. September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die Compose-Frage aus dem Bonus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01168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Szenario: die Aurora Station und ihr Notruf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677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677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 und die drei neuen Bausteine (build, .env, Healthcheck)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237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Missionen, Rollen und Spielregeln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797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797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0358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läuft: 90 Minuten in Gruppen, Hilfekarten erlaubt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918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918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Demo-Runde: jede Gruppe zeigt ihren Stack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478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Rückblick auf den Docker-Block und Ausblick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gibt es keine neue Theorie am Stück. Heute zählt, was ihr aus vier Docker-Abenden baut.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645920"/>
            <a:ext cx="7461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Stack läuft. Ihr ergänzt einen Service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compose.yaml und tippt wieder up -d.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mit den laufenden Containern?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 im Bonus gesehen, heute im Minutentakt gebraucht.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7461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Nichts. Compose vergleicht Datei und Zustand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erzeugt nur, was fehlt.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so arbeitet ihr heute: Die Datei wächst Mission für Mission, nach jeder folgt ein up und ein Blick auf die Lampen.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Aurora Station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Einsatz als DevOps-Team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Notruf der Bodenstation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rora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Station ist Fiktion, der Auftrag nicht: Genau so zieht man im Beruf einen Stack nach einem Ausfall neu hoch.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ZIELBILD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baut ihr heute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ission-ziel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 sind nur drei Dinge: build, die .env-Datei und der Healthcheck. Alles andere kennt ihr aus den letzten drei Abenden.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ihr es zu tun bekommt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mi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Programmieren müsst ihr nichts. Der Code liegt fertig im Repository, ihr bringt ihn nur zum Laufen.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UND DEPENDS_ON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Warten, bis die Datenbank bereit ist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ealth-dep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Profi-Baustein des Abends: Startreihenfolge nicht hoffen, sondern absichern. Ein Healthcheck ist ein kleiner Test, den Docker regelmäßig im Container ausführt.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Szenario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Missionen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Minuten, sieben Missionen, drei Bonus-Missionen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90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82496"/>
            <a:ext cx="8266176" cy="228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824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98448" y="16824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holen, Ordner ansehen, leere compose.yaml anlegen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110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110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hochfahren: die erste Lampe leuchtet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39696"/>
            <a:ext cx="8266176" cy="228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396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1396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 mit Init-Skript und Volume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682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23682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bauen und mit der Datenbank verbinden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96896"/>
            <a:ext cx="8266176" cy="228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96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5968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Adminer für den Blick in die Daten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8254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98448" y="28254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Werte in die .env auslagern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054096"/>
            <a:ext cx="8266176" cy="228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0540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98448" y="30540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und Wartebedingung einbauen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2826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98448" y="3282696"/>
            <a:ext cx="7278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Persistenz-Test und sauberes Aufräumen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621024"/>
            <a:ext cx="8010144" cy="9144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621024"/>
            <a:ext cx="41148" cy="9144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76732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öffnen: die Einheit mit Aufgabe, Hilfekarten und Lösung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4055110"/>
            <a:ext cx="7607808" cy="36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jacobmenge.github.io/kurs-unterlagen/docker-compose-mission-control/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Missionen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 verteilen: Driver tippt, Navigator hält die Reihenfolge, Debugger liest Logs, Dokumentator notiert. Windows wie immer in der PowerShell.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Missionen strikt der Reihe nach. Nach jeder Mission ein up und ein Blick auf die Lampen.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Hilfekarten erst nach eigener Diagnose: Logs lesen, docker compose ps und config prüfen, im Team diskutieren.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Schnelle Gruppen: drei Bonus-Missionen, unter anderem der Tausch des Backends gegen FastAPI.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nichts mehr geht: Hilfekarten durch, dann um Hilfe bitten.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20:30 beginnt die Demo-Runde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3 bis 5 Minuten: docker compose ps mit healthy, die Lampen im Browser, ein eigenes Modul und eure kniffligste Stelle.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Missionen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Demo-Runde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ps: vier Services Up, die Datenbank zusätzlich healthy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Browser: alle Lampen grün und ein selbst angelegtes Modul im Grid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.env-Frage: Warum steht euer Passwort nur noch an einer Stelle?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Healthcheck-Frage: Wer wartet hier eigentlich worauf?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kniffligste Stelle eurer Gruppe und wie ihr sie gelöst habt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 gibt es nur symbolisch und nur für Teamarbeit: Jede Rolle, die in der Demo zu Wort kommt, zählt einen.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Demo-Runde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RÜCKBLICK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Abende Docker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lock-rueckbl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der ersten Wegwerf-Kiste zum orchestrierten Stack. Dieser Werkzeugkasten bleibt für den Rest des Kurses im Einsatz.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Demo-Runde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 beginnt ein neues Kapitel: die Industrie. Wie sprechen Maschinen, Sensoren und Anlagen?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und IoT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Profinet, OPC UA und MQTT: die Sprachen der Fabrik. Erst als Überblick, dann live im Datenmitschnitt.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schauen echten Industrie-Protokollen bei der Arbeit zu. Ob ihr das Werkzeug vorab installiert, sagen wir rechtzeitig im Chat.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bleibt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Werkzeugkasten von heute läuft ab jetzt nebenbei mit. Der MQTT-Broker wohnt bald in einem Container.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23. September um 18:00 Uhr, Industrie und IoT.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erfüllt.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Aufgabe, Hilfekarten und die komplette Lösung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23. September · Industrie und IoT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Praxis</dc:title>
  <dc:subject>Abend 8 im Themenblock Planung, Konzeptionierung, Integration</dc:subject>
  <dc:creator>Jacob Menge</dc:creator>
  <cp:lastModifiedBy>Jacob Menge</cp:lastModifiedBy>
  <cp:revision>1</cp:revision>
  <dcterms:created xsi:type="dcterms:W3CDTF">2026-09-14T14:31:49Z</dcterms:created>
  <dcterms:modified xsi:type="dcterms:W3CDTF">2026-09-14T14:31:49Z</dcterms:modified>
</cp:coreProperties>
</file>