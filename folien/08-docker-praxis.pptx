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Praxis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Gruppen-Event Mission Control: Zehn Container, ein Team, 90 Minuten.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21.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Compose-Frage aus dem Bonus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11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1168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Szenario: die Aurora Station und ihr Notruf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Zielbild und die neuen Bausteine (build, .env, Healthcheck, Heartbeat)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23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237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Missionen, Rollen und Spielregeln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797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797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797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358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läuft: 90 Minuten in Gruppen, Funkhilfe in drei Stufen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918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918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918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Demo-Runde: jede Gruppe zeigt ihren Stack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47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478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Rückblick auf den Docker-Block und Ausblick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gibt es keine neue Theorie am Stück. Heute zählt, was ihr aus vier Docker-Abenden baut.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45920"/>
            <a:ext cx="7461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Stack läuft. Ihr ergänzt einen Service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compose.yaml und tippt wieder up -d.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mit den laufenden Containern?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im Bonus gesehen, heute im Minutentakt gebraucht.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Nichts. Compose vergleicht Datei und Zustand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erzeugt nur, was fehlt.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so arbeitet ihr heute: Die Datei wächst Mission für Mission, nach jeder folgt ein up und ein Blick auf die Lampen.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Aurora Station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Einsatz als DevOps-Team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Notruf der Bodenstation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rora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Station ist Fiktion, der Auftrag nicht: Genau so zieht man im Beruf einen Stack nach einem Ausfall neu hoch.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ZIELBILD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baut ihr heute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ission-ziel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2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 sind nur vier Dinge: build, die .env-Datei, der Healthcheck und der Heartbeat der Module. Alles andere kennt ihr aus den letzten drei Abenden.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es zu tun bekommt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Programmieren müsst ihr nichts. Der Code liegt fertig im Repository, ihr bringt ihn nur zum Laufen.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STATT IMAGE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kommt das Image?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578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Dockerfile beschreibt den Bau eines Images Schritt für Schritt, das kennt ihr von Abend 5. Heute schreibt ihr keins, alle vier liegen fertig im Repository.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MODUL/DOCKERFILE, ZEILE FÜR ZEILE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Bauplan im Ordner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ockerfile-mod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22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 Datei führt Compose aus, wenn in eurer compose.yaml build: ./modul steht. Die Dockerfiles der anderen Ordner lest ihr mit demselben Werkzeugkasten.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.ENV-DATEI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Stelle für alle Werte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env-dat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2311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echten Projekten steht die .env in der .gitignore: Zugangsdaten wandern nie ins Repository. Bei uns liegt deshalb nur die Vorlage .env.example im Repo.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DREI SEKUNDEN EIN LEBENSZEICHEN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Heartbeat der Module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eartbea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505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Modul ist ein eigener Container aus demselben Image, nur MODUL_NAME unterscheidet sie: die Umgebungsvariablen-Lektion von Montag in groß.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 UND DEPENDS_ON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Warten, bis die Datenbank bereit ist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ealth-dep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Profi-Baustein des Abends: Startreihenfolge nicht hoffen, sondern absichern. Ein Healthcheck ist ein kleiner Test, den Docker regelmäßig im Container ausführt.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HEALTHCHECK IM DETAIL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kommt pg_isready?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ealthcheck-mechan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334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Testbefehl gehört zum Container, nicht zu Docker. Docker liefert nur Takt und Bewertung, deshalb funktioniert der Baustein für jeden Dienst.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 IM ÜBERBLICK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Gerüst eurer Datei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wach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Bausteine braucht der ganze Abend nicht. Jeden orangen Block habt ihr gerade auf einer eigenen Folie gesehen, den Rest habt ihr Mittwoch selbst geschrieben.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Missionen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Minuten, sieben Missionen, drei Vertiefungen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FORMAT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ist jede Mission aufgebaut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ission-ablau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4140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arbeitet die Missionen der Reihe nach ab, jede baut auf der vorigen auf. Nach jeder Mission zeigt euch das Dashboard sofort, ob sie geschafft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Missionen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90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645920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als ZIP holen, Terminal im App-Ordner öffnen, leere compose.yaml anlegen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8928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481328" y="1892808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erster Service mit build und Port, die Stationsansicht lädt im Browser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39696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396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481328" y="2139696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Logbuch: Postgres mit Volume und Init-Skript, damit keine Meldung verloren geht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865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386584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Funkkontakt: das Backend verbindet Station und Datenbank, zwei Lampen springen um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33472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334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81328" y="2633472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Erstes Modul: ein Container aus dem Modul-Image, der Stellplatz leuchtet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81328" y="2880360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Betriebsstärke: zwei weitere Module nach demselben Muster, drei von sechs online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27248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2724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81328" y="3127248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Konfiguration: alle Werte ziehen in die .env, die compose.yaml behält Platzhalter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3741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7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81328" y="3374136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Abnahme: Healthcheck, Adminer und der Beweis, dass das Logbuch den Neustart übersteht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21024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2102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81328" y="3621024"/>
            <a:ext cx="7095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Vertiefungen für schnelle Gruppen, freiwillig: volle Station, Störung, Backend-Tausch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950208"/>
            <a:ext cx="8010144" cy="65836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3950208"/>
            <a:ext cx="41148" cy="65836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096512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öffnen: die Einheit mit Missionen, Funkhilfe und Musterlösung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" y="4384294"/>
            <a:ext cx="7607808" cy="1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jacobmenge.github.io/kurs-unterlagen/docker-compose-mission-control/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Missionen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80101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Schrittliste heute: Jede Mission nennt Ziel und Erfolgskriterium, den Weg baut ihr.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Reihe nach. Erfolg erkennt ihr an Lampen, Stellplätzen und Logbuch.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Klemmt es: erst Team, dann Funkhilfe Stufe 1 bis 3. Fünf Minuten ohne Fortschritt heißt nächste Stufe.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Pflicht: drei Module leuchten. Die Vertiefungen sind freiwillig, kein Muss für den Abend.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Musterlösung nur als Notausgang. Driver tippt, Windows wie immer in der PowerShell.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20:30 beginnt die Demo-Runde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3 bis 5 Minuten: die Station im Browser, docker compose ps mit healthy und eure kniffligste Stelle.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Missionen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Demo-Runde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Station: Wie viele Module leuchten? Daneben docker compose ps mit healthy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Beweis: down und up, die Logbuch-Historie ist noch da. Warum?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kniffligste Stelle und welches Log oder welche Funkhilfe sie gelöst hat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der Vertiefung: Störung, Live-Ausfall oder FastAPI, kurz vorführen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 für Mittwoch: Euer Stack spricht HTTP. Die Presse in Halle 1 auch?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gibt es nur symbolisch und nur für Teamarbeit: Jede Rolle, die in der Demo zu Wort kommt, zählt einen.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Demo-Runde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RÜCKBLICK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Abende Docker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rueckbl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00784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Wegwerf-Container zum orchestrierten Stack. Dieser Werkzeugkasten bleibt für den Rest des Kurses im Einsatz.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Demo-Runde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beginnt ein neues Kapitel: die Industrie. Wie sprechen Maschinen, Sensoren und Anlagen?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IoT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 und MQTT: die Sprachen der Fabrik. Erst als Überblick, dann live im Datenmitschnitt.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schauen echten Industrie-Protokollen bei der Arbeit zu. Ob ihr das Werkzeug vorab installiert, sagen wir rechtzeitig im Chat.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bleibt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 von heute läuft ab jetzt nebenbei mit. Der MQTT-Broker wohnt bald in einem Container.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23. September um 18:00 Uhr, Industrie und IoT.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Zehn Container, eine Datei.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Missionen, Funkhilfe und die komplette Musterlösung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23. September · Industrie und IoT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Praxis</dc:title>
  <dc:subject>Abend 8 im Themenblock Planung, Konzeptionierung, Integration</dc:subject>
  <dc:creator>Jacob Menge</dc:creator>
  <cp:lastModifiedBy>Jacob Menge</cp:lastModifiedBy>
  <cp:revision>1</cp:revision>
  <dcterms:created xsi:type="dcterms:W3CDTF">2026-09-21T15:56:27Z</dcterms:created>
  <dcterms:modified xsi:type="dcterms:W3CDTF">2026-09-21T15:56:27Z</dcterms:modified>
</cp:coreProperties>
</file>