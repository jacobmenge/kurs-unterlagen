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 · 24. 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4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607310"/>
            <a:ext cx="1627632" cy="126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Speicher, Ressourcen, Lizenzen –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März 2027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Planung &amp;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8" name="Image 0" descr="/Users/jacobmenge/Desktop/kurs-unterlagen/folien/assets/icons/wireshark-1679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042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Netzwerk-Werkzeuge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1" name="Image 1" descr="/Users/jacobmenge/Desktop/kurs-unterlagen/folien/assets/icons/ubuntu-E954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2416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&amp; Multipass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4" name="Image 2" descr="/Users/jacobmenge/Desktop/kurs-unterlagen/folien/assets/icons/docker-2496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7355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2416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Compose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6928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7" name="Image 3" descr="/Users/jacobmenge/Desktop/kurs-unterlagen/folien/assets/icons/mqtt-6600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581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42416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&amp; IoT-Protokolle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 · Laufender Betrieb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91840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1" name="Image 4" descr="/Users/jacobmenge/Desktop/kurs-unterlagen/folien/assets/icons/kubernetes-326C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230428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67328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&amp; Helm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3291840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4" name="Image 5" descr="/Users/jacobmenge/Desktop/kurs-unterlagen/folien/assets/icons/terraform-844FB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27889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67328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3291840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7" name="Image 6" descr="/Users/jacobmenge/Desktop/kurs-unterlagen/folien/assets/icons/grafana-F46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856" y="3273552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67328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&amp; Grafana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3291840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0" name="Image 7" descr="/Users/jacobmenge/Desktop/kurs-unterlagen/folien/assets/icons/githubactions-2088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3758184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767328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 Actions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016752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 · Qualität &amp; Sicherheit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016752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4" name="Image 8" descr="/Users/jacobmenge/Desktop/kurs-unterlagen/folien/assets/icons/trivy-1904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2304288"/>
            <a:ext cx="237744" cy="23774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92240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 Image-Scanner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6016752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81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&amp; Testpläne</a:t>
            </a:r>
            <a:endParaRPr lang="en-US" sz="1150" dirty="0"/>
          </a:p>
        </p:txBody>
      </p:sp>
      <p:sp>
        <p:nvSpPr>
          <p:cNvPr id="38" name="Shape 27"/>
          <p:cNvSpPr/>
          <p:nvPr/>
        </p:nvSpPr>
        <p:spPr>
          <a:xfrm>
            <a:off x="6016752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181344" y="320040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6016752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181344" y="36850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Fallübungen &amp; Simulationen</a:t>
            </a:r>
            <a:endParaRPr lang="en-US" sz="1150" dirty="0"/>
          </a:p>
        </p:txBody>
      </p:sp>
      <p:sp>
        <p:nvSpPr>
          <p:cNvPr id="42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3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Dazu AWS-Cloud-Übungen über euren Pluralsight-Zugang. Alles wird gemeinsam eingerichtet.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46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18. März 2027. 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 – den Link findet ihr im Kursdashboard der Akademie.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kommt pünktlich und seid möglichst immer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googlemeet-0089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404164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059936"/>
            <a:ext cx="72603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Kursabend – ihr findet sie danach in der Akademie zum Nacharbeiten.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700784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547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41648" y="1719072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0416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zentrale Lernplattform: Lernmodule zum Selbstlernen mit Quiz und Labs – alles zum Vertiefen an einem Ort.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1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700784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291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784848" y="1719072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7848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 Den Zugang bekommt ihr gestellt.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19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läuft über akademie.cloudhelden.org – dort ist auch der Meeting-Link.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in die Lernmodule in der Akademie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2026-08-31T13:55:57Z</dcterms:created>
  <dcterms:modified xsi:type="dcterms:W3CDTF">2026-08-31T13:55:57Z</dcterms:modified>
</cp:coreProperties>
</file>