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und IoT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Maschinen sprechen: Profinet, OPC UA und MQTT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28. September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Spricht der Backofen HTTP?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751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7510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Welten: Büro-IT trifft Produktions-OT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128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128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128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einer Messung und die drei Protokolle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50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505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Namensrunde: Profinet DCP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6883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88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6883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Ebenen-Modell und Protokoll-Familien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260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Werkzeuge: Wireshark live und euer eigener MQTT-Broker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638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638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01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015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Gruppen: Installation, Paket-Detektiv, MQTT im Container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393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393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393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Gemeinsame Auswertung beider Übungen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770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770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die Theorie am Stück, dann eine lange Praxiszeit in festen Gruppen, zum Schluss besprechen wir alles gemeinsam.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Büro-Netz kennt ihr die Sprachen: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DNS, DHCP. Spricht der Backofen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einer Großbäckerei auch HTTP?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Bauchgefühl reicht völlig. Begründet in einem Halbsatz.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zwei-wel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04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heute schauen wir dorthin, wo eure IT-Kenntnisse auf Maschinen treffen: zum Beispiel in die Backhalle einer Großbäckerei.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Messung, drei Protokolle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ZWEI WELTEN IM DETAIL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und OT im Vergleich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40-ot-it-verglei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wichtigste Flip fürs Merken: Im Büro schützt man zuerst die Daten, in der Halle zuerst die Verfügbarkeit der Anlage.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SENSOR IN DIE CLOUD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einer Messung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aten-weg-fabr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Diesen Weg nehmt ihr heute dreimal: jetzt als Landkarte, dann im Mitschnitt und zum Schluss mit eurem eigenen Broker.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Ebenen-Protokolle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indust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je einen Satz pro Karte. Die Tiefe steht auf der Kursseite, die Prüfungssätze stehen unten.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und der Broker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i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lest ihr in der Praxiszeit zuerst im Mitschnitt mit. Danach betreibt ihr den Broker selbst, in einem Container.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IN EINEM BILD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die Adressen der Nachrichten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topics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8010144" cy="2066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braucht ihr heute nicht: senden, mitlesen und das # für alles darunter. Vertieft wird beim nächsten Mal.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PROFINET DCP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Namensrunde im Maschinennetz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cp-na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 diese vier Pakete findet ihr nachher im Mitschnitt: drei Namen und die Frage, wer hier das Sagen hat.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 FÜR DIE PRÜFUNG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Ebenen der Automatisierung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40-ebe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344168"/>
            <a:ext cx="6647688" cy="2807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88536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4281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fünf Kürzel und ihre Zuordnung: Genau das fragt die Prüfung.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 FÜR DIE PRÜFUNG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Protokoll-Familien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i40-protokoll-famil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16736"/>
            <a:ext cx="7562088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diesen drei Fragen sortiert ihr jedes unbekannte Protokoll ein, auch in der Prüfung.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Sprachen der Fabrik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und ein eigener MQTT-Broker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VORGESTELLT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und der Mitschnitt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teckbrief-werkze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05656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599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heute reicht Datei öffnen. Alles, was nach Treiber oder Sonderrechten klingt, dürft ihr getrost ignorieren.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12/21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AM GETEILTEN BILDSCHIRM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vier Handgriffe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ireshark-fahr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04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 zusammen an meinem Bildschirm. In der Praxiszeit macht ihr genau diese Schritte mit derselben Datei.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13/21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IM CONTAINER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eigene Poststelle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mqtt-container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010144" cy="23408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Terminal-Fenster nebeneinander: In einem lest ihr mit, im anderen sendet ihr. Im Windows-Terminal teilt Alt+Umschalt+Plus das Fenster.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Werkzeuge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14/21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Minuten in festen Gruppen, drei Stationen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19:20 BIS 20:35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64208" y="1737360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 einrichten: jede Person installiert selbst, die Gruppe hilft sich · 15 Min.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2121408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Paket-Detektiv: Profinet, MQTT und OPC UA im Mitschnitt der Großbäckerei · 35 Min.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2505456"/>
            <a:ext cx="6912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im Container: eigener Broker, senden und mitlesen, einfach ausprobieren · 25 Min.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017520"/>
            <a:ext cx="8010144" cy="14264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017520"/>
            <a:ext cx="41148" cy="142646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16382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3451606"/>
            <a:ext cx="7607808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1:  jacobmenge.github.io/kurs-unterlagen/industrie-iot/wireshark-installation/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2:  jacobmenge.github.io/kurs-unterlagen/industrie-iot/praxis-paket-detektiv/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3:  jacobmenge.github.io/kurs-unterlagen/industrie-iot/praxis-mqtt-container/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 jacobmenge.github.io/kurs-unterlagen/industrie-iot/stolpersteine/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15/21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GRUPPE · 15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1: Wireshark einrichten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80101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Windows x64 Installer von wireshark.org, durchklicken. Die Npcap-Frage ist heute egal.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Admin-Rechte, etwa auf dem Firmenrechner: die portable Version (PortableApps), steht in der Anleitung.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das Universal Disk Image laden, Wireshark in Programme ziehen. Die ChmodBPF-Frage überspringen.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bei allen gleich: Wireshark startet und zeigt seine Startseite.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zuerst fertig ist, hilft den anderen. Klappt es bei jemandem gar nicht: im Duo weiterarbeiten.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Menüsprache folgt eurem System. Anleitung und Folien nennen deshalb immer beide Namen, etwa Statistiken/Statistics.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16/21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PAKET-DETEKTIV · 35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2: Eure Fundorte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detektiv-z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010144" cy="2432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 bis 3 sind das Ziel, die Bonus-Spuren sind freiwillig. Alles spielt in einer einzigen Datei.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17/21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ALLEIN ODER ZU ZWEIT · 25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3: MQTT im Container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starten: ein Netzwerk, ein docker run, ein Blick in die Logs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10312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Mitlesen und senden: mosquitto_sub im einen, mosquitto_pub im anderen Fenster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468880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46888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auf einmal mitlesen: das Abo mit #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83464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Neugierige: Retained Message, ein Sensor-Container, der Platzhalter 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79476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7490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1 bis 3 sind das Ziel. Probiert eigene Topics und Werte aus: Der Broker läuft nur auf eurem Rechner, kaputtgehen kann nichts.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18/21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Raum für die ganze Praxiszeit: gleiche Gruppen, ihr bleibt bis 20:35 zusammen.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Stationen der Reihe nach. Wer schneller ist, hat mehr Zeit für Station 3.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Person teilt den Bildschirm, alle arbeiten auf dem eigenen Rechner mit.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schaue reihum in die Räume. Wenn es klemmt: erst die Stolpersteine-Seite, dann um Hilfe bitten.</a:t>
            </a:r>
            <a:endParaRPr lang="en-US" sz="120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wie immer in der PowerShell im Windows-Terminal.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639312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39312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8561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20:35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73398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bringt einen Fund aus dem Mitschnitt mit und ihren Satz zur Frage: Was fehlt eurem eigenen Broker, bevor er in eine echte Halle darf?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19/21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Funde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Halle stellt sich vor: die drei Gerätenamen und wer der Controller 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32-Millisekunden-Takt: Woran erkennt man Echtzeit im Mitschnitt?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Klartext-Frage: Wer kann das MQTT-Topic des Ofens mitlesen?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eigener Broker: Was kam an, als ihr mit # abonniert habt? Warum?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fehlt eurem Broker für eine echte Halle? Anmeldung, TLS, Rechte je Topic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 auf Frage 5 ist der Kurs-Broker vom Mittwoch: mit Zugangsdaten, Verschlüsselung und echter Hardware dahinter.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20/21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 funkt der ganze Kurs über einen gemeinsamen Broker und steuert damit echte Hardware beim Dozenten 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Broker für alle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jeder für sich sendet der ganze Kurs an denselben Broker. Ihr seht die Nachrichten der anderen live.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Diesmal abgesichert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Zugangsdaten und Verschlüsselung (TLS), genau die Antwort auf die Klartext-Frage von heute.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Browser genügt. Wer mag, spielt die Übung von heute mit eigenen Topics weiter.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30. September um 18:00 Uhr, MQTT live.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21/21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Messung, drei Protokolle.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Mitschnitt, beide Übungen und alle Erklärungen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30. September · MQTT 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Industrie und IoT</dc:title>
  <dc:subject>Abend 10 im Themenblock Planung, Konzeptionierung, Integration</dc:subject>
  <dc:creator>Jacob Menge</dc:creator>
  <cp:lastModifiedBy>Jacob Menge</cp:lastModifiedBy>
  <cp:revision>1</cp:revision>
  <dcterms:created xsi:type="dcterms:W3CDTF">2026-09-28T15:48:09Z</dcterms:created>
  <dcterms:modified xsi:type="dcterms:W3CDTF">2026-09-28T15:48:09Z</dcterms:modified>
</cp:coreProperties>
</file>