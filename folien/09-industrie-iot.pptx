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IoT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Maschinen sprechen: Profinet, OPC UA und MQTT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23. September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373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Spricht die Presse HTTP?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65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659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Welten: Büro-IT trifft Produktions-OT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194560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1945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1945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einer Messung und die drei Protokolle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231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231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Namensrunde: Profinet DCP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651760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651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6517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 Wireshark: einrichten und kennenlernen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8803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8803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08960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08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089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am geteilten Bildschirm: die vier Handgriffe im Mitschnitt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3375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3375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566160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5661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5661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Paket-Detektiv in der Halle 1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794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7947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Funde und die Klartext-Frage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38912" y="4023360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40233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572768" y="40233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Ebenen-Modell, Protokoll-Familien und der Ausblick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Neues Kapitel: Nach vier Abenden Docker schauen wir dorthin, wo IT auf Maschinen trifft.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1/18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19072"/>
            <a:ext cx="7461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Büro-Netz kennt ihr die Sprachen: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DNS, DHCP.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Spricht die Presse in Halle 1 auch HTTP?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Bauchgefühl reicht völlig. Begründet in einem Halbsatz.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2/18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zwei-wel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Willkommen in der OT. Ab heute schauen wir dorthin, wo eure IT-Kenntnisse auf Maschinen treffen.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3/18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Messung, drei Protokolle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ZWEI WELTEN IM DETAIL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und OT im Vergleich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40-ot-it-verglei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wichtigste Flip fürs Merken: Im Büro schützt man zuerst die Daten, in der Halle zuerst die Verfügbarkeit der Anlage.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4/18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SENSOR IN DIE CLOUD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einer Messung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aten-weg-fabr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Diesen Weg nehmt ihr heute zweimal: jetzt als Landkarte und nachher Paket für Paket im Mitschnitt.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5/18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VORGESTELLT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Ebenen-Protokolle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teckbrief-industr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je einen Satz pro Karte. Die Tiefe steht auf der Kursseite, die Prüfungssätze stehen unten.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VORGESTELLT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IoT-Duo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teckbrief-i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seht ihr heute im Klartext funken. Genau aus diesem Fund wird am Montag die Sicherheitsdiskussion.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7/18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 DCP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Namensrunde im Maschinennetz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cp-na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99616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erster Fund nachher: vier Pakete, drei Namen und die Frage, wer hier das Sagen 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8/18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WIRESHARK UND DER MITSCHNITT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Röntgenblick ins Kabel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teckbrief-werkze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heute reicht Datei öffnen. Alles, was nach Treiber oder Sonderrechten klingt, dürft ihr getrost ignorieren.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9/18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ZUSAMMEN, JETZT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Wireshark einrichten, gemeinsam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installieren jetzt gemeinsam. Die Anleitung führt euch je Betriebssystem durch: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8010144" cy="71323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20240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Anleitung öffnen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354326"/>
            <a:ext cx="7607808" cy="1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jacobmenge.github.io/kurs-unterlagen/industrie-iot/wireshark-installation/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2798064"/>
            <a:ext cx="8010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Installer von wireshark.org, durchklicken. Die Npcap-Frage ist heute egal.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dmg laden, in Programme ziehen. Die ChmodBPF-Frage überspringen.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Linux: wireshark aus der Paketverwaltung.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bei allen gleich: Wireshark startet und zeigt seine Startseite.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Menüsprache folgt eurem System. Anleitung und Folien nennen deshalb immer beide Namen, etwa Statistiken/Statistics.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10/18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AM GETEILTEN BILDSCHIRM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vier Handgriffe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ireshark-fahr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machen wir jetzt einmal zusammen an meinem Bildschirm. Danach seid ihr mit derselben Datei dran.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11/18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Paket-Detektiv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Gruppen: ein Mitschnitt, drei Fundorte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ZIELBILD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Fundorte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etektiv-zi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8010144" cy="24323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spielt in einer einzigen Datei. Einmal geladen, braucht ihr nur noch die Filterleiste.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12/18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81328" y="1792224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Mitschnitt öffnen und Überblick: Welche Protokolle stecken drin?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81328" y="2121408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Profinet: die drei Gerätenamen, der Controller und der Takt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450592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4505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81328" y="2450592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MQTT: Topic und Nutzlast lesen, dann die Klartext-Frage beantworten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7797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81328" y="2779776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Spuren: OPC UA, der Switch, die Hersteller, die Gespräche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3108960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Notieren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81328" y="3108960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drei Namen, das Temperatur-Topic und euren Sicherheits-Satz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456432"/>
            <a:ext cx="8010144" cy="10972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456432"/>
            <a:ext cx="41148" cy="109728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602736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braucht ihr gleich im Raum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" y="3890518"/>
            <a:ext cx="76078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samt Mitschnitt:  jacobmenge.github.io/kurs-unterlagen/industrie-iot/praxis-paket-detektiv/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 jacobmenge.github.io/kurs-unterlagen/industrie-iot/stolpersteine/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13/18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eine Person teilt den Bildschirm, alle klicken auf dem eigenen Rechner mit.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ganze Übung läuft in der Wireshark-Oberfläche und ist damit auf Windows, macOS und Linux identisch.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Filterleiste grün heißt gültig, rot heißt Tippfehler. Alle Filter stehen in der Anleitung.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ohne Wireshark dasteht: im Duo mitarbeiten, die Installation läuft nebenher weiter.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erst die Stolpersteine-Seite, dann um Hilfe bitten.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3639312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39312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85616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20:10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73398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bringt einen Fund mit und ihren Sicherheits-Satz zur Klartext-Frage.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14/18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Funde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Protokoll-Zensus: Was steckt im Mitschnitt und was stellt die meisten Pakete?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Halle stellt sich vor: die drei Gerätenamen und wer der Controller ist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32-Millisekunden-Takt: Woran erkennt man Echtzeit im Mitschnitt?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Klartext-Frage: Wer kann das MQTT-Topic mitlesen und was hilft dagegen?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15568" y="327355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Bonus-Runde: OPC-UA-Port, der Switch, die Hersteller hinter den MAC-Adressen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 4 ist der Cliffhanger: Am Montag betreibt ihr den Broker selbst und dann sichern wir genau das ab.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15/18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 FÜR DIE PRÜFUNG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Ebenen der Automatisierung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40-eben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584" y="1344168"/>
            <a:ext cx="6647688" cy="2807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Kürzel und ihre Zuordnung: Genau das fragt die Prüfung.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16/18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 FÜR DIE PRÜFUNG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Protokoll-Familien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40-protokoll-famil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316736"/>
            <a:ext cx="7562088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drei Fragen sortiert ihr jedes unbekannte Protokoll ein, auch in der Prüfung.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17/18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wird selbst gefunkt: Sensorik, Edge und Smart Home, mit echtem MQTT zum Anfassen.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live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Broker für den ganzen Kurs: Ihr veröffentlicht und abonniert selbst und seht die Nachrichten fliegen.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ist zurück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Broker Mosquitto wohnt in einem Container. Euer Werkzeugkasten aus dem Docker-Block im Einsatz.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Wireshark bleibt installiert, mehr braucht es nicht. Wer mag, spielt die Bonus-Spuren zu Ende.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28. September um 18:00 Uhr, Sensorik und Edge.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18/18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Fabrik hat gesprochen.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Mitschnitt, Anleitung und alle Erklärungen bleiben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28. September · Sensorik und Edge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Industrie und IoT</dc:title>
  <dc:subject>Abend 9 im Themenblock Planung, Konzeptionierung, Integration</dc:subject>
  <dc:creator>Jacob Menge</dc:creator>
  <cp:lastModifiedBy>Jacob Menge</cp:lastModifiedBy>
  <cp:revision>1</cp:revision>
  <dcterms:created xsi:type="dcterms:W3CDTF">2026-09-14T15:19:37Z</dcterms:created>
  <dcterms:modified xsi:type="dcterms:W3CDTF">2026-09-14T15:19:37Z</dcterms:modified>
</cp:coreProperties>
</file>