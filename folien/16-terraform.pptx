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jacobmenge/Desktop/kurs-26.2b-orga/folienwerkstatt/assets/icons/cloudheld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26680" y="365760"/>
            <a:ext cx="868680" cy="8686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4" name="Text 1"/>
          <p:cNvSpPr/>
          <p:nvPr/>
        </p:nvSpPr>
        <p:spPr>
          <a:xfrm>
            <a:off x="914400" y="1280160"/>
            <a:ext cx="7635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20" kern="0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THEMA 1 · ABEND 18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914400" y="1682496"/>
            <a:ext cx="76352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2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Infrastruktur als Code</a:t>
            </a:r>
            <a:endParaRPr lang="en-US" sz="4200" dirty="0"/>
          </a:p>
        </p:txBody>
      </p:sp>
      <p:sp>
        <p:nvSpPr>
          <p:cNvPr id="6" name="Text 3"/>
          <p:cNvSpPr/>
          <p:nvPr/>
        </p:nvSpPr>
        <p:spPr>
          <a:xfrm>
            <a:off x="914400" y="2761488"/>
            <a:ext cx="7635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 nicht mehr zusammenklicken, sondern in einer Datei beschreiben und von Terraform bauen lassen.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914400" y="3986784"/>
            <a:ext cx="1828800" cy="0"/>
          </a:xfrm>
          <a:prstGeom prst="line">
            <a:avLst/>
          </a:prstGeom>
          <a:noFill/>
          <a:ln w="12700">
            <a:solidFill>
              <a:srgbClr val="DFE3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4078224"/>
            <a:ext cx="7635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Montag, 26. Oktober 2026 · 18:00 bis 21:00 Uhr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ABLAUF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uns heute Abend erwartet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38912" y="1664208"/>
            <a:ext cx="8266176" cy="27432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66420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18:00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1572768" y="1664208"/>
            <a:ext cx="7004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Warmup: ein Jahr Konfigurator, von Hand geklickt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566928" y="193852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18:10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1572768" y="1938528"/>
            <a:ext cx="7004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Infrastruktur als Code: die Idee, Ziel statt Weg, Nutzen und Grenzen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38912" y="2212848"/>
            <a:ext cx="8266176" cy="27432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221284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18:30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1572768" y="2212848"/>
            <a:ext cx="7004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Terraform: Provider, die Datei, vier Befehle, den Plan lesen, die State-Datei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566928" y="248716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18:50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572768" y="2487168"/>
            <a:ext cx="7004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Einmal vorgeführt, live in der Sandbox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38912" y="2761488"/>
            <a:ext cx="8266176" cy="27432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6" name="Text 14"/>
          <p:cNvSpPr/>
          <p:nvPr/>
        </p:nvSpPr>
        <p:spPr>
          <a:xfrm>
            <a:off x="566928" y="276148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19:05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1572768" y="2761488"/>
            <a:ext cx="7004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Pause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566928" y="303580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19:15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1572768" y="3035808"/>
            <a:ext cx="7004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Praxiszeit: jede Person baut für sich in der eigenen Sandbox, sechs Stationen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38912" y="3310128"/>
            <a:ext cx="8266176" cy="27432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21" name="Text 19"/>
          <p:cNvSpPr/>
          <p:nvPr/>
        </p:nvSpPr>
        <p:spPr>
          <a:xfrm>
            <a:off x="566928" y="331012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20:25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1572768" y="3310128"/>
            <a:ext cx="7004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 und Lösungen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566928" y="358444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20:50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1572768" y="3584448"/>
            <a:ext cx="7004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Ausblick auf Mittwoch: Terraform, Teil 2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26" name="Text 24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Heute wird wieder gebaut: in der AWS-Sandbox, diesmal aus einer Datei.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Einstieg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1/24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ANTWORT IN DEN CHAT, 60 SEKUNDEN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Warmup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41248" y="1691640"/>
            <a:ext cx="746150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Konfigurator läuft auf einem Server in der Cloud.</a:t>
            </a:r>
            <a:endParaRPr lang="en-US" sz="1900" dirty="0"/>
          </a:p>
          <a:p>
            <a:pPr algn="ctr" indent="0" marL="0">
              <a:buNone/>
            </a:pPr>
            <a:r>
              <a:rPr lang="en-US" sz="190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 März braucht Voltrad vier, im Juni wieder einen.</a:t>
            </a:r>
            <a:endParaRPr lang="en-US" sz="1900" dirty="0"/>
          </a:p>
          <a:p>
            <a:pPr algn="ctr" indent="0" marL="0">
              <a:buNone/>
            </a:pPr>
            <a:r>
              <a:rPr lang="en-US" sz="190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Frau Vogt klickt alles in der Konsole. Was geht schief?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566928" y="3886200"/>
            <a:ext cx="32004" cy="25603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7" name="Text 5"/>
          <p:cNvSpPr/>
          <p:nvPr/>
        </p:nvSpPr>
        <p:spPr>
          <a:xfrm>
            <a:off x="749808" y="384048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Risiko reicht. Denkt an euren ersten Server bei AWS und an das Aufräumen.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Einstieg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2/24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WARMUP · AUFLÖSUNG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Jahr Konfigurator, von Hand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iac-fruehjah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16736"/>
            <a:ext cx="8010144" cy="2743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Einstieg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3/24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FBF2E3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Infrastruktur als Code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in einer Datei steht, lässt sich wiederholen.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IDEE KENNT IHR SCHON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Datei ist die Infrastruktur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iac-compo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35024"/>
            <a:ext cx="8010144" cy="261518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Infrastruktur als Code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4/24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DEKLARATIV BESCHREIBEN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Ziel statt Weg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iac-soll-i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16736"/>
            <a:ext cx="8010144" cy="2743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Infrastruktur als Code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5/24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NUTZEN UND GRENZEN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Voltrad davon hat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iac-vortei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35024"/>
            <a:ext cx="8010144" cy="261518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Infrastruktur als Code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6/24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FBF2E3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Terraform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Eine Datei, vier Befehle und ein Gedächtnis.</a:t>
            </a:r>
            <a:endParaRPr lang="en-US" sz="13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STECKBRIEF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Terraform und CloudShell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iac-steckbrie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16736"/>
            <a:ext cx="8010144" cy="24688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032504"/>
            <a:ext cx="32004" cy="25603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3986784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Lizenz: Terraform steht seit 2023 unter der Business Source License. Die freie Kopie OpenTofu kennt dieselben Befehle.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Terraform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7/24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PROVIDER UND SCHNITTSTELLE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Terraform mit AWS spricht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iac-provid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35024"/>
            <a:ext cx="8010144" cy="285292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Terraform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8/24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MAIN.TF IN VIER BLÖCKEN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Eine Terraform-Datei lesen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iac-date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16736"/>
            <a:ext cx="8010144" cy="3054096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Terraform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9/24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 VERWEIST AUF WEN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Datei aus der Übung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iac-verwei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16736"/>
            <a:ext cx="8010144" cy="3054096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Terraform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10/24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NACHSCHLAGEN IN DER REGISTRY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 steht, was man eintragen kann?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iac-nachschlag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16736"/>
            <a:ext cx="8010144" cy="298094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Terraform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11/24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INIT, PLAN, APPLY, DESTROY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Vier Befehle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iac-befeh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35024"/>
            <a:ext cx="8010144" cy="261518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Terraform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12/24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VOR JEDEM YES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 Plan lesen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iac-pla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16736"/>
            <a:ext cx="8010144" cy="27980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Terraform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13/24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STATE-DATEI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Gedächtnis von Terraform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iac-sta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35024"/>
            <a:ext cx="8010144" cy="283464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Terraform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14/24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IN DER SANDBOX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Einmal vorgeführt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iac-dem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16736"/>
            <a:ext cx="8010144" cy="294436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Terraform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15/24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FBF2E3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Praxiszeit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Konfigurator als Code, in eurer eigenen Sandbox.</a:t>
            </a:r>
            <a:endParaRPr lang="en-US" sz="13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ZIELBILD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baut ihr gleich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iac-zielbil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16736"/>
            <a:ext cx="8010144" cy="27980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Praxiszeit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16/24</a:t>
            </a:r>
            <a:endParaRPr lang="en-US" sz="10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PRAXISZEIT · 19:15 BIS 20:25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läuft die Praxiszeit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38912" y="1536192"/>
            <a:ext cx="8266176" cy="256032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53619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Station 1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1664208" y="1536192"/>
            <a:ext cx="69128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Sandbox starten, CloudShell öffnen, Terraform einrichten · 10 Min.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566928" y="1792224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Station 2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1664208" y="1792224"/>
            <a:ext cx="69128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erste Server aus einer Datei · 15 Min.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38912" y="2048256"/>
            <a:ext cx="8266176" cy="256032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204825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Station 3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1664208" y="2048256"/>
            <a:ext cx="69128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Ändern oder ersetzen? Erst vorhersagen, dann apply · 15 Min.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566928" y="2304288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Station 4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664208" y="2304288"/>
            <a:ext cx="69128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Jemand hat geklickt: die Änderung in der Konsole aufdecken · 8 Min.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38912" y="2560320"/>
            <a:ext cx="8266176" cy="256032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6" name="Text 14"/>
          <p:cNvSpPr/>
          <p:nvPr/>
        </p:nvSpPr>
        <p:spPr>
          <a:xfrm>
            <a:off x="566928" y="256032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Station 5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1664208" y="2560320"/>
            <a:ext cx="69128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 einem Server werden zwei: eine Zahl ändern · 10 Min.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566928" y="281635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Station 6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1664208" y="2816352"/>
            <a:ext cx="69128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 destroy aufräumen, spätestens um 20:20 Uhr · 5 Min.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66928" y="3200400"/>
            <a:ext cx="8010144" cy="1243584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21" name="Shape 19"/>
          <p:cNvSpPr/>
          <p:nvPr/>
        </p:nvSpPr>
        <p:spPr>
          <a:xfrm>
            <a:off x="566928" y="3200400"/>
            <a:ext cx="41148" cy="1243584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22" name="Text 20"/>
          <p:cNvSpPr/>
          <p:nvPr/>
        </p:nvSpPr>
        <p:spPr>
          <a:xfrm>
            <a:off x="804672" y="3346704"/>
            <a:ext cx="7607808" cy="2420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Jetzt öffnen, alles steht auf der Kursseite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804672" y="3634486"/>
            <a:ext cx="7607808" cy="6906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Übung:  jacobmenge.github.io/kurs-unterlagen/infrastruktur-planung/praxis-terraform/</a:t>
            </a:r>
            <a:endParaRPr lang="en-US" sz="10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Theorie:  jacobmenge.github.io/kurs-unterlagen/infrastruktur-planung/infrastruktur-als-code/</a:t>
            </a:r>
            <a:endParaRPr lang="en-US" sz="10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Bonus vor Station 6. Um 20:25 Uhr sind alle zurück.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Praxiszeit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17/24</a:t>
            </a:r>
            <a:endParaRPr lang="en-US" sz="10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ARBEITET IHR HEUTE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Spielregeln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572768"/>
            <a:ext cx="8010144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lnSpc>
                <a:spcPct val="100000"/>
              </a:lnSpc>
              <a:spcAft>
                <a:spcPts val="900"/>
              </a:spcAft>
              <a:buClr>
                <a:srgbClr val="9A6310"/>
              </a:buClr>
              <a:buSzPct val="100000"/>
              <a:buChar char="▸"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Ihr arbeitet heute jede und jeder für sich, jeweils in der eigenen Sandbox.</a:t>
            </a:r>
            <a:endParaRPr lang="en-US" sz="1150" dirty="0"/>
          </a:p>
          <a:p>
            <a:pPr marL="254000" indent="-254000">
              <a:lnSpc>
                <a:spcPct val="100000"/>
              </a:lnSpc>
              <a:spcAft>
                <a:spcPts val="900"/>
              </a:spcAft>
              <a:buClr>
                <a:srgbClr val="9A6310"/>
              </a:buClr>
              <a:buSzPct val="100000"/>
              <a:buChar char="▸"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Alle Befehle laufen in CloudShell. Windows oder macOS spielt heute keine Rolle.</a:t>
            </a:r>
            <a:endParaRPr lang="en-US" sz="1150" dirty="0"/>
          </a:p>
          <a:p>
            <a:pPr marL="254000" indent="-254000">
              <a:lnSpc>
                <a:spcPct val="100000"/>
              </a:lnSpc>
              <a:spcAft>
                <a:spcPts val="900"/>
              </a:spcAft>
              <a:buClr>
                <a:srgbClr val="9A6310"/>
              </a:buClr>
              <a:buSzPct val="100000"/>
              <a:buChar char="▸"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Datei und Befehle kopiert ihr von der Kursseite. Abtippen kostet nur Zeit und bringt Tippfehler.</a:t>
            </a:r>
            <a:endParaRPr lang="en-US" sz="1150" dirty="0"/>
          </a:p>
          <a:p>
            <a:pPr marL="254000" indent="-254000">
              <a:lnSpc>
                <a:spcPct val="100000"/>
              </a:lnSpc>
              <a:spcAft>
                <a:spcPts val="900"/>
              </a:spcAft>
              <a:buClr>
                <a:srgbClr val="9A6310"/>
              </a:buClr>
              <a:buSzPct val="100000"/>
              <a:buChar char="▸"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Ändern mit nano: Speichern mit Strg+O und Enter, schließen mit Strg+X. Nie Strg+W, das schließt den Browser-Reiter.</a:t>
            </a:r>
            <a:endParaRPr lang="en-US" sz="1150" dirty="0"/>
          </a:p>
          <a:p>
            <a:pPr marL="254000" indent="-254000">
              <a:lnSpc>
                <a:spcPct val="100000"/>
              </a:lnSpc>
              <a:spcAft>
                <a:spcPts val="900"/>
              </a:spcAft>
              <a:buClr>
                <a:srgbClr val="9A6310"/>
              </a:buClr>
              <a:buSzPct val="100000"/>
              <a:buChar char="▸"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Vor jedem apply: erst die Vorhersage aufschreiben, dann den Plan lesen, dann yes.</a:t>
            </a:r>
            <a:endParaRPr lang="en-US" sz="1150" dirty="0"/>
          </a:p>
          <a:p>
            <a:pPr marL="254000" indent="-254000">
              <a:lnSpc>
                <a:spcPct val="100000"/>
              </a:lnSpc>
              <a:spcAft>
                <a:spcPts val="900"/>
              </a:spcAft>
              <a:buClr>
                <a:srgbClr val="9A6310"/>
              </a:buClr>
              <a:buSzPct val="100000"/>
              <a:buChar char="▸"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Bei einer Fehlermeldung: erst die Tabelle „Wenn es klemmt“ auf der Kursseite, dann im Chat fragen.</a:t>
            </a:r>
            <a:endParaRPr lang="en-US" sz="1150" dirty="0"/>
          </a:p>
          <a:p>
            <a:pPr marL="254000" indent="-254000">
              <a:lnSpc>
                <a:spcPct val="100000"/>
              </a:lnSpc>
              <a:spcAft>
                <a:spcPts val="900"/>
              </a:spcAft>
              <a:buClr>
                <a:srgbClr val="9A6310"/>
              </a:buClr>
              <a:buSzPct val="100000"/>
              <a:buChar char="▸"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 fertig ist, macht die Bonus-Aufgaben vor Station 6. Aufgeräumt wird spätestens um 20:20 Uhr.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Praxiszeit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18/24</a:t>
            </a:r>
            <a:endParaRPr lang="en-US" sz="10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ihr gesehen habt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38912" y="1737360"/>
            <a:ext cx="8266176" cy="38404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737360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1115568" y="1737360"/>
            <a:ext cx="7461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zeigte der erste Plan? Welche Datei lag danach neu im Ordner?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566928" y="2121408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1115568" y="2121408"/>
            <a:ext cx="7461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Eure drei Vorhersagen aus Station 3: Wo lagt ihr richtig?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8912" y="2505456"/>
            <a:ext cx="8266176" cy="38404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2505456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115568" y="2505456"/>
            <a:ext cx="7461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wollte Terraform nach der Änderung in der Konsole?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566928" y="2889504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1115568" y="2889504"/>
            <a:ext cx="7461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baute Terraform in Station 5 nur einen neuen Server?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38912" y="3273552"/>
            <a:ext cx="8266176" cy="38404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6" name="Text 14"/>
          <p:cNvSpPr/>
          <p:nvPr/>
        </p:nvSpPr>
        <p:spPr>
          <a:xfrm>
            <a:off x="566928" y="3273552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1115568" y="3273552"/>
            <a:ext cx="7461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Klicken oder Datei: Was würdet ihr im Betrieb nehmen? Warum?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6928" y="4069080"/>
            <a:ext cx="32004" cy="25603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19" name="Text 17"/>
          <p:cNvSpPr/>
          <p:nvPr/>
        </p:nvSpPr>
        <p:spPr>
          <a:xfrm>
            <a:off x="749808" y="402336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Wir sammeln eure Antworten gemeinsam. Wer mag, zeigt dazu seinen Plan.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19/24</a:t>
            </a:r>
            <a:endParaRPr lang="en-US" sz="10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ERSTE SERVER AUS EINER DATEI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 2 · Lösung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iac-loesung-ers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35024"/>
            <a:ext cx="8010144" cy="265176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20/24</a:t>
            </a:r>
            <a:endParaRPr lang="en-US" sz="10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ÄNDERN ODER ERSETZEN?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 3 · Lösung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iac-loesung-aender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16736"/>
            <a:ext cx="8010144" cy="27980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21/24</a:t>
            </a:r>
            <a:endParaRPr lang="en-US" sz="10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JEMAND HAT GEKLICKT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 4 · Lösung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iac-loesung-drif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35024"/>
            <a:ext cx="8010144" cy="265176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22/24</a:t>
            </a:r>
            <a:endParaRPr lang="en-US" sz="10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ZWEI SERVER, DANN ALLES WEG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 5 und 6 · Lösung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iac-loesung-zwe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16736"/>
            <a:ext cx="8010144" cy="27980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23/24</a:t>
            </a:r>
            <a:endParaRPr lang="en-US" sz="10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AUSBLICK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Bis Mittwoch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 Mittwoch geht es mit Terraform weiter, wieder in der Sandbox.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975104"/>
            <a:ext cx="2523744" cy="164592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975104"/>
            <a:ext cx="41148" cy="1645920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2121408"/>
            <a:ext cx="212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Zum Nachlesen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2624328"/>
            <a:ext cx="2121408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Theorie zu Infrastruktur als Code und die Übung mit allen Befehlen bleiben auf der Kursseite.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310128" y="1975104"/>
            <a:ext cx="2523744" cy="164592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Shape 9"/>
          <p:cNvSpPr/>
          <p:nvPr/>
        </p:nvSpPr>
        <p:spPr>
          <a:xfrm>
            <a:off x="3310128" y="1975104"/>
            <a:ext cx="41148" cy="1645920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12" name="Text 10"/>
          <p:cNvSpPr/>
          <p:nvPr/>
        </p:nvSpPr>
        <p:spPr>
          <a:xfrm>
            <a:off x="3547872" y="2121408"/>
            <a:ext cx="212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nehmt ihr mit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547872" y="2624328"/>
            <a:ext cx="2121408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Soll statt Weg, init, plan, apply und destroy, den Plan lesen, die State-Datei und Drift.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053328" y="1975104"/>
            <a:ext cx="2523744" cy="164592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5" name="Shape 13"/>
          <p:cNvSpPr/>
          <p:nvPr/>
        </p:nvSpPr>
        <p:spPr>
          <a:xfrm>
            <a:off x="6053328" y="1975104"/>
            <a:ext cx="41148" cy="1645920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16" name="Text 14"/>
          <p:cNvSpPr/>
          <p:nvPr/>
        </p:nvSpPr>
        <p:spPr>
          <a:xfrm>
            <a:off x="6291072" y="2121408"/>
            <a:ext cx="212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 Mittwoch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291072" y="2624328"/>
            <a:ext cx="2121408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Ihr baut das Cloud-Rennen als Code nach: zwei Server in zwei Zonen hinter einem Load Balancer, aus einer Datei.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66928" y="3886200"/>
            <a:ext cx="32004" cy="25603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19" name="Text 17"/>
          <p:cNvSpPr/>
          <p:nvPr/>
        </p:nvSpPr>
        <p:spPr>
          <a:xfrm>
            <a:off x="749808" y="384048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Nächster Termin: Mittwoch, 28. Oktober um 18:00 Uhr.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Abschluss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24/24</a:t>
            </a:r>
            <a:endParaRPr lang="en-US" sz="10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5F6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015484"/>
            <a:ext cx="9144000" cy="128016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1828800"/>
            <a:ext cx="8010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Datei ist die Infrastruktur.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66928" y="2788920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Übung und Theorie bleiben zum Nachlesen auf der Kursseite.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66928" y="3401568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Mittwoch, 28. Oktober · Terraform, Teil 2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Infrastruktur als Code</dc:title>
  <dc:subject>Abend 18 im Themenblock Planung, Konzeptionierung, Integration</dc:subject>
  <dc:creator>Jacob Menge</dc:creator>
  <cp:lastModifiedBy>Jacob Menge</cp:lastModifiedBy>
  <cp:revision>1</cp:revision>
  <dcterms:created xsi:type="dcterms:W3CDTF">2026-10-26T16:27:28Z</dcterms:created>
  <dcterms:modified xsi:type="dcterms:W3CDTF">2026-10-26T16:27:28Z</dcterms:modified>
</cp:coreProperties>
</file>