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zwei und Finale – am Ende beantwortet ihr die eine große Frage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Dienstag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– und zurück in euren Kursplan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geht es mit Philipp bei Docker weiter – mit dem Netz darunter im Rücken.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Dienstag: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Dienstag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Dienstag.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zeigt euch diese Tabelle auf jedem Rechner – schaut nach dem Kurs einmal hinein.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Dienstag: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ihr seht es in jeder Firmenumgebung wieder, bis hinein in Container-Netze.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Dienstag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Dienstag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Fall für heute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wie am Dienstag,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Dienstag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Dienstags-Fall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23/30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Schlussfrage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24/30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25/30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26/30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27/30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Modell, Adressen, Weg, Trennung – alles aus zwei Abenden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diese zwei Abende euch gegeben haben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Muster trägt bis in eure Container-Netze.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29/30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es weitergeht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in euren Kursplan – mit dem Netz im Rücken.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Philipp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steigt wieder in euren Docker-Faden ein – Container-Netze, Bridges und Port-Weitergaben lesen sich ab jetzt deutlich leichter.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Nachschlagen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Kursseite bleibt für euch offen: Theorie, beide Übungen samt Lösungen und die Aufgaben mit Lösungsweg.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Danke, dass ich zu Gast sein durfte – und gutes Bauen mit Docker!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30/30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 Netzwerk: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Rechnen, Wege, Trennung, Diagnose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geht es mit Philipp – Docker wartet.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2026-09-03T17:40:52Z</dcterms:created>
  <dcterms:modified xsi:type="dcterms:W3CDTF">2026-09-03T17:40:52Z</dcterms:modified>
</cp:coreProperties>
</file>