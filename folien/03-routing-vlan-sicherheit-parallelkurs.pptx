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Sicherheit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 zwei und Finale – am Ende beantwortet ihr die eine große Frage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Donnerstag, 3.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eine Kopfrechenaufgabe von Dienstag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933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Routing: Wie ein Paket seinen Weg findet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3113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311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trennen: VLAN, DMZ und die Firewall dazwischen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688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0662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066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066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 DNS und DHCP, dann das Zonenmodell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443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443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8211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821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18211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Netzwerk-Notruf – fünf Fälle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198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1985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Diagnosen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65760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657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20:35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65760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Finale: github.com – ihr erzählt, ich klicke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89534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72768" y="389534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 – und zurück in euren Kursplan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Danach geht es mit Philipp bei Docker weiter – mit dem Netz darunter im Rücken.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1/20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 – 40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/27-Netz: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Geräte passen hinein?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 von Dienstag: Hostbits → Blockgröße → minus zwei.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2/20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/27-Netz: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Geräte passen hinein?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3200400"/>
            <a:ext cx="8010144" cy="914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200400"/>
            <a:ext cx="41148" cy="9144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346704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Geräte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648456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Hostbits → 2⁵ = 32 Adressen, minus Netzadresse und Broadcast. Wer 32 gesagt hat: willkommen im Klub von Dienstag – jetzt sitzt 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3/20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Weg finden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ein Router wirklich tut, wenn euer Paket ankommt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767328"/>
            <a:ext cx="8010144" cy="60350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767328"/>
            <a:ext cx="41148" cy="60350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913632"/>
            <a:ext cx="76078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passiert an jedem Hop neu: Kein Router kennt den ganzen Weg – jeder kennt nur seinen nächsten Schritt. Deshalb zeigt tracert eine Kette.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Getrennt, obwohl verkabelt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VLAN, DMZ und die Firewall dazwischen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LOGISCHE TRENNUNG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 – ein Switch, mehrere Netze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lan-swi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194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ist die technische Antwort auf euren Subnetz-Plan von Dienstag: Gäste und Server trennt man nicht nur auf dem Papier.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5/20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DARF WOHIN?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Zonenmodell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zonen-mod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Merkt euch das Muster – ihr seht es in jeder Firmenumgebung wieder, bis hinein in Container-Netze.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6/20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 DNS &amp; DHCP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Fragen, die im Betrieb ständig auftauchen – erst raten, dann klicke ich.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7373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7373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DHCP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98448" y="2441448"/>
            <a:ext cx="299923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Gerät kommt frisch ins Netz und hat noch keine Adresse. Welche vier Schritte laufen ab – in der richtigen Reihenfolge?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81728" y="1975104"/>
            <a:ext cx="3895344" cy="17373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4681728" y="1975104"/>
            <a:ext cx="41148" cy="17373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49194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13248" y="2121408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13248" y="2441448"/>
            <a:ext cx="299923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ändert einen DNS-Eintrag, aber die halbe Welt sieht noch den alten. Welcher Mechanismus steckt dahinter?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Nachschlagen – erst raten, dann klicke ich.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 DNS &amp; DHCP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37360"/>
            <a:ext cx="38953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737360"/>
            <a:ext cx="41148" cy="2011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828800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98448" y="1883664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2203704"/>
            <a:ext cx="299923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– Offer – Request – Acknowledge. Das Gerät ruft ins Netz, der Server bietet an, das Gerät nimmt an, der Server bestätigt und verleast die Adresse.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737360"/>
            <a:ext cx="38953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737360"/>
            <a:ext cx="41148" cy="2011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1828800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13248" y="1883664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TTL und Caching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13248" y="2203704"/>
            <a:ext cx="299923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DNS-Eintrag trägt eine Lebensdauer. Resolver weltweit halten die alte Antwort, bis ihre TTL abläuft – deshalb dauert eine Umstellung Stunden, nicht Sekunden.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Beides kommt im Betrieb ständig vor – und beides steht ausführlich auf der Kursseite.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8/20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Netzwerk-Notruf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fünf Anrufe, fünf Diagnosen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Störungsmeldungen, zu jeder ein paar echte Befehlsausgaben. Ihr benennt Schicht, Ursache und Fix – die Checkliste führt euch.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75104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7510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435608" y="1975104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komme nirgendwo hin“ – der Klassiker zum Warmwerden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2860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435608" y="2286000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„Webseiten gehen nicht, aber …“ – genau hinsehen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596896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59689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435608" y="2596896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„Nur das Internet fehlt“ – Dienstag hilft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290779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435608" y="2907792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„Komische Adresse“ – Dienstag hilft sehr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" y="3218688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2186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5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435608" y="3218688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„Server pingt, aber die App nicht“ – der Fall für heute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621024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621024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767328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04672" y="4055110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Fälle und Checkliste:  jacobmenge.github.io/kurs-unterlagen/netzwerke/praxis-netzwerk-notruf/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Diagnosen eintragen:  &lt;Link zum Ergebnis-Dokument hier eintragen&gt;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9/20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wie am Dienstag, gleiche Sprecher.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Arbeitet die Checkliste von unten nach oben ab – sie ist euer Werkzeug, nicht eure Fessel.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Fall festhalten: Schicht, Beweis aus der Ausgabe, Ursache, Fix – ein Satz je Punkt reicht.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Hilfekarten erst nach ehrlichem Versuch. Die Lösungen bleiben zu, bis wir auswerten.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übernimmt in der Auswertung einen Fall – bearbeitet trotzdem alle fünf.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10/20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20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Diagnosen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92224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92224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92224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stellt ihren Fall vor: Schicht, Beweis, Ursache, Fix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94560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94560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Plenum prüft: Hätte ein anderer Befehl schneller ans Ziel geführt?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96896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96896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96896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fünfte Fall gemeinsam – wer hat ihn geknackt?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992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999232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Dann die Auflösungstabelle – und die Fälle, wo Dienstag geholfen hat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749040"/>
            <a:ext cx="8010144" cy="60350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3749040"/>
            <a:ext cx="41148" cy="60350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895344"/>
            <a:ext cx="76078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Diagnose zählt mehr als der Fix: Wer die Schicht sauber belegt hat, bekommt den Rest geschenkt.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11/20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Fälle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435608" y="173736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APIPA, kein DHCP erreichbar – Symptom auf 3, Ursache dahinter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435608" y="212140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antwortet nicht – IP-Ping läuft, Namen sterben (Schicht 7)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435608" y="250545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Falsches Default-Gateway – lokal alles gut, draußen nichts (Schicht 3)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435608" y="288950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Falsche Subnetzmaske /24 statt /25 – der Dienstags-Fall in freier Wildbahn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435608" y="3273552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Firewall blockt den Port – ping ja, Dienst nein (Schicht 4)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Fälle, fünf Schichten – und jedes Mal hat die Checkliste den Weg gezeigt, nicht das Raten.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12/20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Schlussfrage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passiert, wenn ich github.com eintippe? Ihr erzählt – ich klicke.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ANTWORT, STATION FÜR STATION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0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13/20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1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14/20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2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15/20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3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16/20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4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17/20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5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Frage, alle Schichten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5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78808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3308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Modell, Adressen, Weg, Trennung – alles aus zwei Abenden steckt in dieser einen Antwort.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18/20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ABENDE, EIN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diese zwei Abende euch gegeben haben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783080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Raster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Schichten als Suchraster: von unten nach oben, jeder Befehl beweist seine Schicht. Heute habt ihr fünf echte Fälle so gelöst.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101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3310128" y="1783080"/>
            <a:ext cx="41148" cy="19659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Handwerk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478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Subnetze rechnen und Netze planen – Maske, Blockgröße, minus zwei. Das tragt ihr in jede Infrastruktur, die noch kommt.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533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6053328" y="1783080"/>
            <a:ext cx="41148" cy="1965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Muster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910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trennt man mit Absicht: VLAN, DMZ, Firewall-Regeln. Das Muster trägt bis in eure Container-Netze.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877056"/>
            <a:ext cx="8010144" cy="51206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3877056"/>
            <a:ext cx="41148" cy="51206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023360"/>
            <a:ext cx="7607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bleibt online zum Nachschlagen – inklusive der Seiten, die wir nicht gemeinsam behandelt haben.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19/20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es weitergeht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Zurück in euren Kursplan – mit dem Netz im Rücken.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 mit Philipp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steigt wieder in euren Docker-Faden ein – Container-Netze, Bridges und Port-Weitergaben lesen sich ab jetzt deutlich leichter.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Nachschlagen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Kursseite bleibt für euch offen: Theorie, beide Übungen samt Lösungen und die Aufgaben mit Lösungsweg.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 Rechnungen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 den Fällen 3 und 4 geschwommen ist: Die Seiten zu Adressierung und Routing schließen die Lücke.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Danke, dass ich zu Gast sein durfte – und gutes Bauen mit Docker!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Abende Netzwerk: geschafft.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Rechnen, Wege, Trennung, Diagnose – alles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 geht es mit Philipp – Docker wartet.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Routing, VLAN und Sicherheit</dc:title>
  <dc:subject>Abend 3 im Themenblock Planung, Konzeptionierung, Integration</dc:subject>
  <dc:creator>Jacob Menge</dc:creator>
  <cp:lastModifiedBy>Jacob Menge</cp:lastModifiedBy>
  <cp:revision>1</cp:revision>
  <dcterms:created xsi:type="dcterms:W3CDTF">2026-08-31T15:14:40Z</dcterms:created>
  <dcterms:modified xsi:type="dcterms:W3CDTF">2026-08-31T15:14:40Z</dcterms:modified>
</cp:coreProperties>
</file>