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zwei und Finale – am Ende beantwortet ihr die eine große Frage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Dienstag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Quickchecks: DHCP und DNS – erst raten, dann klicken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 und ein Bonus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 – und zurück in euren Kursplan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geht es mit Philipp bei Docker weiter – mit dem Netz darunter im Rücken.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Dienstag: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2/31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 – 30.</a:t>
            </a:r>
            <a:endParaRPr lang="en-US" sz="2600" dirty="0"/>
          </a:p>
        </p:txBody>
      </p:sp>
      <p:pic>
        <p:nvPicPr>
          <p:cNvPr id="6" name="Image 0" descr="/Users/jacobmenge/Desktop/kurs-26.2b-orga/folienwerkstatt/assets/diagramme/warmup-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801014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32 gesagt hat: willkommen im Klub von Dienstag – jetzt sitzt 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weiß der Router, wohin damit? Eure Ideen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4/31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hat einen Wegweiser dabei: seine Routing-Tabelle. Die schauen wir uns jetzt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5/31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Schaut auf die Tabelle: Welche Zeilen passen auf 172.16.5.7?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6/31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„Passt“ heißt: Die ersten 16 oder 24 Bits stimmen überein – euer Präfix von Dienstag. Der längere gewinnt.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7/31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 – jedem Router auf dem Weg. Deshalb zeigt tracert eine Kette.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8/31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10/31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11/31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Hause losgeschickt, bei github.com angekommen – und tracert zeigt euch jede Station.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12/31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– IP TRIFFT MAC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erreicht es den Router wirklich?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rp-bild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 zeigt euch diese Tabelle auf jedem Rechner – schaut nach dem Kurs einmal hinein.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13/31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Dienstag: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14/31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ihr seht es in jeder Firmenumgebung wieder, bis hinein in Container-Netze.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15/31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ohne Adresse. Welche vier Schritte laufen ab?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16/31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hcp-d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Schritte, die euer Rechner bei jedem Netzbeitritt macht – meist in unter einer Sekunde. Die 169.254 seht ihr gleich im Breakout wieder.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17/31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halbe Welt sieht noch den alten. Warum?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18/31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ns-t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Cache ist kein Fehler – er macht DNS schnell. Nur beim Umziehen heißt es: TTL abwarten.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19/31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Diagnosen, ein Bonus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3852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385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1284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871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87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48716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Dienstag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614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76148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Dienstag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03580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Fall für heute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435608" y="33101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Neue kommt nicht an die Ablage“ – für schnelle Gruppen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20/31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wie am Dienstag,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 Der Bonus-Fall ist die Kür für Schnelle.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21/31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Dienstag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22/31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0078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0482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048256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395728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743200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Dienstags-Fall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9067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090672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4381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435608" y="343814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im falschen VLAN – die Gäste-Adresse aus dem DHCP verrät es (Schicht 2)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Pflichtfälle, ein Bonus – und jedes Mal hat die Checkliste den Weg gezeigt, nicht das Raten.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23/31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Schlussfrage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24/31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25/31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26/31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27/31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28/31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5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Modell, Adressen, Weg, Trennung – alles aus zwei Abenden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29/31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diese zwei Abende euch gegeben haben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Muster trägt bis in eure Container-Netze.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30/31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es weitergeht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in euren Kursplan – mit dem Netz im Rücken.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mit Philipp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steigt wieder in euren Docker-Faden ein – Container-Netze, Bridges und Port-Weitergaben lesen sich ab jetzt deutlich leichter.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Nachschlagen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Kursseite bleibt für euch offen: Theorie, beide Übungen samt Lösungen und die Aufgaben mit Lösungsweg.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Danke, dass ich zu Gast sein durfte – und gutes Bauen mit Docker!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31/31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 Netzwerk: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Rechnen, Wege, Trennung, Diagnose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geht es mit Philipp – Docker wartet.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2026-09-03T13:40:15Z</dcterms:created>
  <dcterms:modified xsi:type="dcterms:W3CDTF">2026-09-03T13:40:15Z</dcterms:modified>
</cp:coreProperties>
</file>