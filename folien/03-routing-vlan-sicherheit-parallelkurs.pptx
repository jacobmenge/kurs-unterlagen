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Sicherheit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zwei und Finale – am Ende beantwortet ihr die eine große Frage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eine Kopfrechenaufgabe von Dienstag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Routing: Wie ein Paket seinen Weg findet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trennen: VLAN, DMZ und die Firewall dazwischen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Quickchecks: DHCP und DNS – erst raten, dann klicken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Netzwerk-Notruf – fünf Fälle und ein Bonus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Diagnosen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Finale: github.com – ihr erzählt, ich klicke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 – und zurück in euren Kursplan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 geht es mit Philipp bei Docker weiter – mit dem Netz darunter im Rücken.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 – 40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 von Dienstag: Hostbits → Blockgröße → minus zwei.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2/31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37360"/>
            <a:ext cx="7461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 – 30.</a:t>
            </a:r>
            <a:endParaRPr lang="en-US" sz="2600" dirty="0"/>
          </a:p>
        </p:txBody>
      </p:sp>
      <p:pic>
        <p:nvPicPr>
          <p:cNvPr id="6" name="Image 0" descr="/Users/jacobmenge/Desktop/kurs-26.2b-orga/folienwerkstatt/assets/diagramme/warmup-b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017520"/>
            <a:ext cx="8010144" cy="8778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32 gesagt hat: willkommen im Klub von Dienstag – jetzt sitzt 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Weg finden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ein Router wirklich tut, wenn euer Paket ankommt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Wohin mit dem Paket?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Woher weiß der Router, wohin damit? Eure Ideen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4/31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Wohin mit dem Paket?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hat einen Wegweiser dabei: seine Routing-Tabelle. Die schauen wir uns jetzt 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5/31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Schaut auf die Tabelle: Welche Zeilen passen auf 172.16.5.7? Antwort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6/31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„Passt“ heißt: Die ersten 16 oder 24 Bits stimmen überein – euer Präfix von Dienstag. Der längere gewinnt.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7/31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passiert an jedem Hop neu – jedem Router auf dem Weg. Deshalb zeigt tracert eine Kette.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8/31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9/31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10/31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11/31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Hause losgeschickt, bei github.com angekommen – und tracert zeigt euch jede Station.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12/31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– IP TRIFFT MAC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wie erreicht es den Router wirklich?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rp-bild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-a zeigt euch diese Tabelle auf jedem Rechner – schaut nach dem Kurs einmal hinein.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13/31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Getrennt, obwohl verkabelt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VLAN, DMZ und die Firewall dazwischen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LOGISCHE TRENNUNG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 – ein Switch, mehrere Netze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lan-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ist die technische Antwort auf euren Subnetz-Plan von Dienstag: Gäste und Server trennt man nicht nur auf dem Papier.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14/31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DARF WOHIN?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Zonenmodell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zonen-mod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das Muster – ihr seht es in jeder Firmenumgebung wieder, bis hinein in Container-Netze.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15/31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DHCP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Gerät kommt frisch ins Netz,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ohne Adresse. Welche vier Schritte laufen ab?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Nachschlagen – erst raten, dann klicke ich.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16/31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DHCP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hcp-do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706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Schritte, die euer Rechner bei jedem Netzbeitritt macht – meist in unter einer Sekunde. Die 169.254 seht ihr gleich im Breakout wieder.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17/31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ändert einen DNS-Eintrag –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halbe Welt sieht noch den alten. Warum?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Nachschlagen – erst raten, dann klicke ich.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18/31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DNS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ns-tt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103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Cache ist kein Fehler – er macht DNS schnell. Nur beim Umziehen heißt es: TTL abwarten.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19/31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Netzwerk-Notruf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fünf Anrufe, fünf Diagnosen, ein Bonus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Störungsmeldungen, zu jeder ein paar echte Befehlsausgaben. Ihr benennt Schicht, Ursache und Fix – die Checkliste führt euch.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3852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385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435608" y="193852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komme nirgendwo hin“ – der Klassiker zum Warmwerden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2128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435608" y="221284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„Webseiten gehen nicht, aber …“ – genau hinsehen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48716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871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435608" y="248716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„Nur das Internet fehlt“ – Dienstag hilft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7614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435608" y="276148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„Komische Adresse“ – Dienstag hilft sehr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03580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3580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435608" y="303580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„Server pingt, aber die App nicht“ – der Fall für heute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435608" y="331012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Neue kommt nicht an die Ablage“ – für schnelle Gruppen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621024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" y="3621024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76732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04672" y="4055110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Fälle und Checkliste:  jacobmenge.github.io/kurs-unterlagen/netzwerke/praxis-netzwerk-notruf/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Diagnosen eintragen:  &lt;Link zum Ergebnis-Dokument hier eintragen&gt;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20/31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wie am Dienstag, gleiche Sprecher.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Arbeitet die Checkliste von unten nach oben ab – sie ist euer Werkzeug, nicht eure Fessel.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Fall festhalten: Schicht, Beweis aus der Ausgabe, Ursache, Fix – ein Satz je Punkt reicht.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Hilfekarten erst nach ehrlichem Versuch. Die Lösungen bleiben zu, bis wir auswerten.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übernimmt in der Auswertung einen Fall – bearbeitet trotzdem alle fünf. Der Bonus-Fall ist die Kür für Schnelle.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21/31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Diagnosen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92224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ihren Fall vor: Schicht, Beweis, Ursache, Fix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94560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Plenum prüft: Hätte ein anderer Befehl schneller ans Ziel geführt?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96896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96896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96896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fünfte Fall gemeinsam – wer hat ihn geknackt?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992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999232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Dann die Auflösungstabelle – und die Fälle, wo Dienstag geholfen hat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49040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749040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895344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Diagnose zählt mehr als der Fix: Wer die Schicht sauber belegt hat, bekommt den Rest geschenkt.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22/31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Fälle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0078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007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35608" y="1700784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APIPA, kein DHCP erreichbar – Symptom auf 3, Ursache dahinter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0482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35608" y="2048256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antwortet nicht – IP-Ping läuft, Namen sterben (Schicht 7)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9572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957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35608" y="2395728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Falsches Default-Gateway – lokal alles gut, draußen nichts (Schicht 3)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743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35608" y="2743200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 Subnetzmaske /24 statt /25 – der Dienstags-Fall in freier Wildbahn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9067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906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435608" y="3090672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Firewall blockt den Port – ping ja, Dienst nein (Schicht 4)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4381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435608" y="3438144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im falschen VLAN – die Gäste-Adresse aus dem DHCP verrät es (Schicht 2)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Pflichtfälle, ein Bonus – und jedes Mal hat die Checkliste den Weg gezeigt, nicht das Raten.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23/31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Schlussfrage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passiert, wenn ich github.com eintippe? Ihr erzählt – ich klicke.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ANTWORT, STATION FÜR STATION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0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24/31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1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25/31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2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26/31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3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27/31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4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28/31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5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5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Modell, Adressen, Weg, Trennung – alles aus zwei Abenden steckt in dieser einen Antwort.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29/31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ABENDE, EIN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diese zwei Abende euch gegeben haben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83080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Raster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Schichten als Suchraster: von unten nach oben, jeder Befehl beweist seine Schicht. Heute habt ihr fünf echte Fälle so gelöst.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1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783080"/>
            <a:ext cx="41148" cy="19659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Handwerk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Subnetze rechnen und Netze planen – Maske, Blockgröße, minus zwei. Das tragt ihr in jede Infrastruktur, die noch kommt.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783080"/>
            <a:ext cx="41148" cy="1965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Muster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trennt man mit Absicht: VLAN, DMZ, Firewall-Regeln. Das Muster trägt bis in eure Container-Netze.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877056"/>
            <a:ext cx="8010144" cy="5120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877056"/>
            <a:ext cx="41148" cy="51206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23360"/>
            <a:ext cx="7607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bleibt online zum Nachschlagen – inklusive der Seiten, die wir nicht gemeinsam behandelt haben.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30/31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es weitergeht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in euren Kursplan – mit dem Netz im Rücken.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 mit Philipp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steigt wieder in euren Docker-Faden ein – Container-Netze, Bridges und Port-Weitergaben lesen sich ab jetzt deutlich leichter.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Nachschlagen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Kursseite bleibt für euch offen: Theorie, beide Übungen samt Lösungen und die Aufgaben mit Lösungsweg.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Rechnungen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den Fällen 3 und 4 geschwommen ist: Die Seiten zu Adressierung und Routing schließen die Lücke.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Danke, dass ich zu Gast sein durfte – und gutes Bauen mit Docker!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31/31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Abende Netzwerk: geschafft.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Rechnen, Wege, Trennung, Diagnose – alles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 geht es mit Philipp – Docker wartet.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Routing, VLAN und Sicherheit</dc:title>
  <dc:subject>Abend 3 im Themenblock Planung, Konzeptionierung, Integration</dc:subject>
  <dc:creator>Jacob Menge</dc:creator>
  <cp:lastModifiedBy>Jacob Menge</cp:lastModifiedBy>
  <cp:revision>1</cp:revision>
  <dcterms:created xsi:type="dcterms:W3CDTF">2026-09-03T17:55:53Z</dcterms:created>
  <dcterms:modified xsi:type="dcterms:W3CDTF">2026-09-03T17:55:53Z</dcterms:modified>
</cp:coreProperties>
</file>