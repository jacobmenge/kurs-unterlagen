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cobmenge/Desktop/kurs-26.2b-orga/folienwerkstatt/assets/icons/cloudheld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365760"/>
            <a:ext cx="868680" cy="8686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280160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1 · ABEND 16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14400" y="1682496"/>
            <a:ext cx="7635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Speicher planen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914400" y="2761488"/>
            <a:ext cx="7635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viel, wie sicher, wie angebunden? Der neue Speicher für Voltrad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914400" y="3986784"/>
            <a:ext cx="1828800" cy="0"/>
          </a:xfrm>
          <a:prstGeom prst="line">
            <a:avLst/>
          </a:prstGeom>
          <a:noFill/>
          <a:ln w="12700">
            <a:solidFill>
              <a:srgbClr val="DFE3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078224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Montag, 19. Oktober 2026 · 18:00 bis 21:00 Uhr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ABLAUF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uns heute Abend erwartet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737360"/>
            <a:ext cx="8266176" cy="265176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737360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18:00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572768" y="1737360"/>
            <a:ext cx="70043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Warmup: Die Dateiablage ist zu 92 % voll. Was tut ihr?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2002536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18:10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572768" y="2002536"/>
            <a:ext cx="70043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viel Speicher? Bestand, Zuwachs, Horizont und Reserve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" y="2267712"/>
            <a:ext cx="8266176" cy="265176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267712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18:25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572768" y="2267712"/>
            <a:ext cx="70043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sicher? RAID-Level und warum RAID keine Datensicherung ist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2532888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18:40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572768" y="2532888"/>
            <a:ext cx="70043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angebunden? DAS, NAS und SAN, mit Zuordnungsrunde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2798064"/>
            <a:ext cx="8266176" cy="265176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798064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19:00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572768" y="2798064"/>
            <a:ext cx="70043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3063240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19:10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572768" y="3063240"/>
            <a:ext cx="70043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Praxiszeit in Breakouts: Speicher für Voltrad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8912" y="3328416"/>
            <a:ext cx="8266176" cy="265176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328416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20:10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572768" y="3328416"/>
            <a:ext cx="70043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Gruppe stellt vor, dann die Lösung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" y="3593592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20:50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572768" y="3593592"/>
            <a:ext cx="70043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Ausblick auf Mittwoch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420624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416052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ein Theorieblock zum Mitmachen und eine Übung mit wenig Lesestoff.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1/16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STICHWORTE IN DEN CHAT, 60 SEKUNDEN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" y="1719072"/>
            <a:ext cx="74615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Dateiablage von Voltrad ist zu 92 % voll.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Jeden Monat kommen 25 GB dazu.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tut ihr als Erstes?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Kleiner Tipp: Größere Platten kaufen ist eine Antwort. Ist es die beste?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2/16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 · AUFLÖSUNG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offene Frage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speicher-fr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8010144" cy="26151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Gerechnet wird nur, was im Werk bleibt. Die Bürodateien zählen nicht mehr mit.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3/16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6F4F5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Speicher planen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viel, wie sicher, wie angebunden?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KAPAZITÄT PLANEN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viel Speicher?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speicher-kapazita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8010144" cy="2670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215384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169664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Station 1 rechnet ihr genauso, mit den Zahlen von Voltrad.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Speicher planen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RAID: BRUTTO UND NETTO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sicher?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speicher-ra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8010144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215384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169664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RAID heißt: mehrere Platten im Verbund. Fällt eine aus, läuft der Betrieb weiter.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Speicher planen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5/16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REGEL 3-2-1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RAID ist keine Datensicherung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speicher-ba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8010144" cy="26883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Voltrad hatte seit drei Jahren niemand die Rücksicherung geprüft. Das war Befund 9.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Speicher planen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6/16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DAS, NAS UND SAN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angebunden?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speicher-anbindu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8010144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215384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169664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Voltrad sollen sich zwei Hosts vertreten können. Welche Anbindung braucht das?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Speicher planen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7/16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DAS, NAS ODER SAN? ANTWORTEN IN DEN CHAT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Zuordnungsrunde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Schreibt zu jedem Buchstaben DAS, NAS oder SAN in den Chat.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" y="1920240"/>
            <a:ext cx="8266176" cy="32918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92024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1920240"/>
            <a:ext cx="7461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USB-Festplatte am Laptop der Geschäftsführerin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224942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15568" y="2249424"/>
            <a:ext cx="7461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gemeinsamer Ordner im Büronetz, auf den ein ganzes Team zugreift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" y="2578608"/>
            <a:ext cx="8266176" cy="32918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7860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15568" y="2578608"/>
            <a:ext cx="7461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Hosts, deren virtuelle Maschinen bei einem Ausfall auf einen anderen Host wechseln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290779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907792"/>
            <a:ext cx="7461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gespiegelte Festplatten fest im Datenbankserver eingebaut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" y="3236976"/>
            <a:ext cx="8266176" cy="32918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23697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15568" y="3236976"/>
            <a:ext cx="7461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kleines Gerät im Büro, auf dem alle ihre Scans in Ordnern ablegen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356616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15568" y="3566160"/>
            <a:ext cx="7461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Speicher, den ein Server über iSCSI als eigenes Laufwerk sieht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4123944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078224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Fragt euch, wer zugreift und ob Dateien oder Blöcke ankommen.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Speicher planen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8/16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AUFLÖSUNG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Zuordnungsrunde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2523744" cy="2048256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72768"/>
            <a:ext cx="41148" cy="2048256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719072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DAS: A und 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2039112"/>
            <a:ext cx="21214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USB-Platte am Laptop</a:t>
            </a:r>
            <a:endParaRPr lang="en-US" sz="11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D: Platten im Datenbankserver</a:t>
            </a:r>
            <a:endParaRPr lang="en-US" sz="11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Direkt an einem Gerät. Nur dieses Gerät kommt an die Daten.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10128" y="1572768"/>
            <a:ext cx="2523744" cy="2048256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3310128" y="1572768"/>
            <a:ext cx="41148" cy="2048256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1" name="Text 9"/>
          <p:cNvSpPr/>
          <p:nvPr/>
        </p:nvSpPr>
        <p:spPr>
          <a:xfrm>
            <a:off x="3547872" y="1719072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NAS: B und 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47872" y="2039112"/>
            <a:ext cx="21214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B: Team-Ordner im Büronetz</a:t>
            </a:r>
            <a:endParaRPr lang="en-US" sz="11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E: Scans im Büro</a:t>
            </a:r>
            <a:endParaRPr lang="en-US" sz="11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Gerät im normalen Netz gibt Ordner frei. Viele teilen sich Dateien.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53328" y="1572768"/>
            <a:ext cx="2523744" cy="2048256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4" name="Shape 12"/>
          <p:cNvSpPr/>
          <p:nvPr/>
        </p:nvSpPr>
        <p:spPr>
          <a:xfrm>
            <a:off x="6053328" y="1572768"/>
            <a:ext cx="41148" cy="2048256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5" name="Text 13"/>
          <p:cNvSpPr/>
          <p:nvPr/>
        </p:nvSpPr>
        <p:spPr>
          <a:xfrm>
            <a:off x="6291072" y="1719072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SAN: C und F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91072" y="2039112"/>
            <a:ext cx="21214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C: Hosts mit wechselnden VMs</a:t>
            </a:r>
            <a:endParaRPr lang="en-US" sz="11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F: Laufwerk über iSCSI</a:t>
            </a:r>
            <a:endParaRPr lang="en-US" sz="11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Eigenes Speichernetz. Jeder Host sieht Blöcke wie eine eigene Platte.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3922776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3877056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Streitfälle: C geht auch mit NFS-Freigaben, F kann ein NAS mit iSCSI sein. Es zählt, was ankommt: Blöcke oder Dateien.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Speicher planen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9/16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plant ihr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Speicher für Voltrad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KARTE, DREI FRAGEN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Euer Auftrag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speicher-auftr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8010144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plant ihr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10/16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 · 19:10 BIS 20:10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läuft die Praxiszeit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572768"/>
            <a:ext cx="8266176" cy="2743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572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664208" y="1572768"/>
            <a:ext cx="6912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viel? Den Netto-Bedarf in drei Jahren ausrechnen · 15 Min.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847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 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64208" y="1847088"/>
            <a:ext cx="6912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sicher? Ein RAID-Level wählen und die Platten zählen · 15 Min.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" y="2121408"/>
            <a:ext cx="8266176" cy="2743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1214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 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664208" y="2121408"/>
            <a:ext cx="6912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angebunden? Für drei Bedarfe DAS, NAS oder SAN wählen · 10 Min.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23957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Danach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664208" y="2395728"/>
            <a:ext cx="6912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Vorstellung vorbereiten: drei Antworten für fünf Minuten Vortrag · 5 Min.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2670048"/>
            <a:ext cx="8266176" cy="2743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670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Bonus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664208" y="2670048"/>
            <a:ext cx="6912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Prozentuales Wachstum, Hot Spare, 3-2-1 für Voltrad, die Frage der Chefin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3200400"/>
            <a:ext cx="8010144" cy="1243584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" y="3200400"/>
            <a:ext cx="41148" cy="1243584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3346704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Jetzt öffnen, alles steht auf der Kursseite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4672" y="3634486"/>
            <a:ext cx="7607808" cy="690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Übung:  jacobmenge.github.io/kurs-unterlagen/infrastruktur-planung/praxis-speicher/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Theorie:  jacobmenge.github.io/kurs-unterlagen/infrastruktur-planung/speicherloesungen/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20:10 sind alle wieder hier. Jede Gruppe stellt ihre drei Antworten in fünf Minuten vor.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plant ihr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11/16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FÜNF MINUTEN JE GRUPPE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Gruppe stellt vor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737360"/>
            <a:ext cx="8266176" cy="43891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73736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481328" y="1737360"/>
            <a:ext cx="7095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viel? Unser Netto-Bedarf in drei Jahren und wie wir gerechnet haben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217627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481328" y="2176272"/>
            <a:ext cx="7095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sicher? Unser RAID-Level, wie viele Platten, wie viel Voltrad brutto kauft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" y="2615184"/>
            <a:ext cx="8266176" cy="43891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61518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481328" y="2615184"/>
            <a:ext cx="7095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angebunden? Unsere Wahl für die Maschinen, die Zeichnungen und die Sicherung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" y="305409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Offen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481328" y="3054096"/>
            <a:ext cx="7095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kostet das alles? Wer baut es mit zwei Personen in der IT auf?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97764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93192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der zweiten Gruppe nur noch: Was habt ihr anders entschieden und warum? Die letzte Frage bleibt offen für Mittwoch.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12/16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1 · LÖSUNG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viel?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speicher-loesung-rechnu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8010144" cy="2468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Maschinen und Zeichnungen einzeln rechnet und dann addiert, kommt auf dasselbe Ergebnis.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13/16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2 · LÖSUNG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sicher?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speicher-loesung-ra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8010144" cy="2651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14/16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3 · LÖSUNG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angebunden?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speicher-loesung-anbindu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8010144" cy="25237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05656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59936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Befund 9: Eine Sicherung zählt erst, wenn sie getrennt liegt und geprüft ist.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15/16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AUSBLICK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 Mittwoch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Mittwoch geht es um das Geld und die Menschen hinter dem Konzept: Ressourcen und Lizenzen.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75104"/>
            <a:ext cx="2523744" cy="16459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75104"/>
            <a:ext cx="41148" cy="164592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12140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Zum Nachlesen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624328"/>
            <a:ext cx="21214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Übung und die Theorie zu Speicherlösungen mit acht weiteren Aufgaben stehen auf der Kursseite.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10128" y="1975104"/>
            <a:ext cx="2523744" cy="16459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3310128" y="1975104"/>
            <a:ext cx="41148" cy="164592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212140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braucht ihr von heute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47872" y="2624328"/>
            <a:ext cx="21214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Rund 3,6 TB netto, vier Platten in RAID 6 oder 10 plus Hot Spare, eine eigene Sicherung mit Kopie außer Haus.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53328" y="1975104"/>
            <a:ext cx="2523744" cy="16459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053328" y="1975104"/>
            <a:ext cx="41148" cy="164592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6291072" y="212140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Mittwoch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91072" y="2624328"/>
            <a:ext cx="21214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kostet das, wer baut es auf und welche Lizenzen braucht Voltrad dafür?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388620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384048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Nächster Termin: Mittwoch, 21. Oktober um 18:00 Uhr.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16/16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828800"/>
            <a:ext cx="8010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Netto planen, brutto kaufen.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2788920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 und Theorie bleiben zum Nachlesen auf der Kursseite.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3401568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Mittwoch, 21. Oktober · Ressourcen und Lizenzen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Speicher planen</dc:title>
  <dc:subject>Abend 16 im Themenblock Planung, Konzeptionierung, Integration</dc:subject>
  <dc:creator>Jacob Menge</dc:creator>
  <cp:lastModifiedBy>Jacob Menge</cp:lastModifiedBy>
  <cp:revision>1</cp:revision>
  <dcterms:created xsi:type="dcterms:W3CDTF">2026-10-19T12:27:43Z</dcterms:created>
  <dcterms:modified xsi:type="dcterms:W3CDTF">2026-10-19T12:27:43Z</dcterms:modified>
</cp:coreProperties>
</file>