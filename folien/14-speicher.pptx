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viel, wie sicher, wie angebunden? Der neue Speicher für Voltrad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19. Oktober 2026 · 18:00 bis 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26517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37360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Die Dateiablage ist zu 92 % voll. Was tut ihr?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2002536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2002536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Speicher? Bestand, Zuwachs, Horizont und Reserve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67712"/>
            <a:ext cx="8266176" cy="26517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67712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67712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RAID-Level und warum RAID keine Datensicherung ist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532888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532888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angebunden? DAS, NAS und SAN, mit Zuordnungsrunde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98064"/>
            <a:ext cx="8266176" cy="26517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98064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98064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3063240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3063240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 in Breakouts: Speicher für Voltrad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328416"/>
            <a:ext cx="8266176" cy="26517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28416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328416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stellt vor, dann die Lösung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593592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593592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ein Theorieblock zum Mitmachen und eine Übung mit wenig Lesestoff.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1/19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STICHWORTE IN DEN CHAT, 60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19072"/>
            <a:ext cx="7461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Dateiablage von Voltrad ist zu 92 % voll.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Jeden Monat kommen 25 GB dazu.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tut ihr als Erstes?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Stichwort reicht, zum Beispiel „größere Platten kaufen“. Ist das die beste Antwort?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2/19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 · 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offene Frage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Gerechnet wird nur, was im Werk bleibt. Die Bürodateien zählen nicht mehr mit.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3/19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viel, wie sicher, wie angebunden?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KAPAZITÄT PLANEN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Speicher?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kapazita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70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Station 1 rechnet ihr genauso, mit den Zahlen von Voltrad.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4/19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· RAID VERSTEHEN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RAID 1 und RAID 5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raid-erklaert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3017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5/19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· RAID VERSTEHEN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RAID 6 und RAID 10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raid-erklaert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3017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6/19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· BRUTTO UND NETTO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vier Level im Vergleich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ra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vier Platten, sehr verschiedene Ergebnisse: Mehr Sicherheit kostet nutzbaren Platz.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REGEL 3-2-1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RAID ist keine Datensicherung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ba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883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Voltrad hatte seit drei Jahren niemand die Rücksicherung geprüft. Das war Befund 9.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8/19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DAS, NAS UND SAN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angebunden?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anbindung-k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9/19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EIGENTLICHE UNTERSCHIED ZWISCHEN NAS UND SAN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Dateien oder Blöcke?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dateien-blo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51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Voltrad sollen sich zwei Hosts vertreten können. Was brauchen sie: Dateien oder Blöcke?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10/19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DAS, NAS ODER SAN? ANTWORTEN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Zuordnungsrunde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Ordnet jeden Fall zu: DAS, NAS oder SAN. Alles in eine Nachricht.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01952"/>
            <a:ext cx="8266176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01952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15568" y="1901952"/>
            <a:ext cx="7461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USB-Festplatte am Laptop der Geschäftsführerin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185416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15568" y="2185416"/>
            <a:ext cx="7461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gemeinsamer Ordner im Büronetz, auf den ein ganzes Team zugreift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468880"/>
            <a:ext cx="8266176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68880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15568" y="2468880"/>
            <a:ext cx="7461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Hosts, deren virtuelle Maschinen bei einem Ausfall auf einen anderen Host wechseln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2752344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15568" y="2752344"/>
            <a:ext cx="7461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gespiegelte Festplatten fest im Datenbankserver eingebaut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" y="3035808"/>
            <a:ext cx="8266176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35808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15568" y="3035808"/>
            <a:ext cx="7461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kleines Gerät im Büro, auf dem alle ihre Scans in Ordnern ablegen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" y="3319272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15568" y="3319272"/>
            <a:ext cx="7461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Speicher, den ein Server über iSCSI als eigenes Laufwerk sieht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66928" y="3730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sieht eure Nachricht aus: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944368" y="3694176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F7C8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35808" y="369417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A: …   B: …   C: …   D: …   E: …   F: …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6928" y="4160520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Wer greift zu, kommen Dateien oder Blöcke an?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11/19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Zuordnungsrunde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2523744" cy="204825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048256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19072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DAS: A und 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A: USB-Platte am Laptop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 Platten im Datenbankserver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Direkt an einem Gerät. Nur dieses Gerät kommt an die Daten.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10128" y="1572768"/>
            <a:ext cx="2523744" cy="204825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3310128" y="1572768"/>
            <a:ext cx="41148" cy="2048256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19072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NAS: B und 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47872" y="2039112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B: Team-Ordner im Büronetz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E: Scans im Büro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Gerät im normalen Netz gibt Ordner frei. Viele teilen sich Dateien.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53328" y="1572768"/>
            <a:ext cx="2523744" cy="204825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053328" y="1572768"/>
            <a:ext cx="41148" cy="204825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1719072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SAN: C und 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91072" y="2039112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C: Hosts mit wechselnden VMs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F: Laufwerk über iSCSI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Eigenes Speichernetz. Jeder Host sieht Blöcke wie eine eigene Platte.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92277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87705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Streitfälle: C geht auch mit NFS-Freigaben, F kann ein NAS mit iSCSI sein. Es zählt, was ankommt: Blöcke oder Dateien.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plant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für Voltrad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KARTE, DREI FRAGEN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Auftrag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auft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plant ihr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13/19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19:10 BIS 20:10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läuft die Praxiszeit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57276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572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664208" y="157276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viel? Den Netto-Bedarf in drei Jahren ausrechnen · 15 Min.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8470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664208" y="184708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Ein RAID-Level wählen und die Platten zählen · 15 Min.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12140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1214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664208" y="212140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angebunden? Für drei Bedarfe DAS, NAS oder SAN wählen · 10 Min.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3957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Danach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664208" y="239572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 vorbereiten: drei Antworten für fünf Minuten Vortrag · 5 Min.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67004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670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64208" y="267004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Prozentuales Wachstum, Hot Spare, 3-2-1 für Voltrad, die Frage der Chefin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200400"/>
            <a:ext cx="8010144" cy="124358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200400"/>
            <a:ext cx="41148" cy="124358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34670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öffnen, alles steht auf der Kursseite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4672" y="3634486"/>
            <a:ext cx="7607808" cy="6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Übung:  jacobmenge.github.io/kurs-unterlagen/infrastruktur-planung/praxis-speicher/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Theorie:  jacobmenge.github.io/kurs-unterlagen/infrastruktur-planung/speicherloesungen/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20:10 sind alle wieder hier. Jede Gruppe stellt ihre drei Antworten in fünf Minuten vor.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plant ihr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14/19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MINUTEN JE GRUPPE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stellt vor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43891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481328" y="1737360"/>
            <a:ext cx="7095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viel? Unser Netto-Bedarf in drei Jahren und wie wir gerechnet haben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481328" y="2176272"/>
            <a:ext cx="7095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Unser RAID-Level, wie viele Platten, wie viel Voltrad brutto kauft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615184"/>
            <a:ext cx="8266176" cy="43891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61518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481328" y="2615184"/>
            <a:ext cx="7095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angebunden? Unsere Wahl für die Maschinen, die Zeichnungen und die Sicherung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305409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Offen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481328" y="3054096"/>
            <a:ext cx="7095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kostet das alles? Wer baut es mit zwei Personen in der IT auf?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der zweiten Gruppe nur noch: Was habt ihr anders entschieden und warum? Die letzte Frage bleibt offen für Mittwoch.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15/19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loesung-rechn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Maschinen und Zeichnungen einzeln rechnet und dann addiert, kommt auf dasselbe Ergebnis.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16/19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· 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loesung-ra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51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17/19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· 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angebunden?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loesung-anbind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5237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Befund 9: Eine Sicherung zählt erst, wenn sie getrennt liegt und geprüft ist.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18/19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geht es um das Geld und die Menschen hinter dem Konzept: Ressourcen und Lizenzen.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6459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Nachlesen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Übung und die Theorie zu Speicherlösungen mit acht weiteren Aufgaben stehen auf der Kursseite.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6459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braucht ihr von heute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Rund 3,6 TB netto, vier Platten in RAID 6 oder 10 plus Hot Spare, eine eigene Sicherung mit Kopie außer Haus.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6459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kostet das, wer baut es auf und welche Lizenzen braucht Voltrad dafür?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88620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8404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21. Oktober um 18:00 Uhr.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19/19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Netto planen, brutto kaufen.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und Theorie bleiben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21. Oktober · Ressourcen und Lizenzen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Speicher planen</dc:title>
  <dc:subject>Abend 16 im Themenblock Planung, Konzeptionierung, Integration</dc:subject>
  <dc:creator>Jacob Menge</dc:creator>
  <cp:lastModifiedBy>Jacob Menge</cp:lastModifiedBy>
  <cp:revision>1</cp:revision>
  <dcterms:created xsi:type="dcterms:W3CDTF">2026-10-19T15:45:15Z</dcterms:created>
  <dcterms:modified xsi:type="dcterms:W3CDTF">2026-10-19T15:45:15Z</dcterms:modified>
</cp:coreProperties>
</file>