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viel, wie sicher, wie angebunden? Der neue Speicher für Voltrad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19. Oktober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37360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offene Frage aus der Bestandsaufnahme: Wie viel Speicher braucht Voltrad?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002536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2002536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Speicher? Bestand, Zuwachs, Horizont und Reserve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67712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67712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67712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RAID-Level und warum RAID keine Datensicherung ist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532888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532888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 DAS, NAS und SAN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98064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98064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98064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3063240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3063240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 in Breakouts: Speicher für Voltrad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328416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28416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328416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und Lösung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593592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593592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ein Theorieblock und eine Übung mit wenig Lesestoff, die Lösung am Ende.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1/13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offene Frage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Gerechnet wird nur, was im Werk bleibt. Die Bürodateien zählen nicht mehr mit.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viel, wie sicher, wie angebunden?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KAPAZITÄT PLANEN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Speicher?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kapazita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70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Station 1 rechnet ihr genauso, mit den Zahlen von Voltrad.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3/13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RAID: BRUTTO UND NETTO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ra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RAID heißt: mehrere Platten im Verbund. Fällt eine aus, läuft der Betrieb weiter.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REGEL 3-2-1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RAID ist keine Datensicherung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ba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883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Voltrad hatte niemand die Rücksicherung geprüft. Das war Befund 9 der Bestandsaufnahme.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5/13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DAS, NAS UND SAN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anbind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Voltrad sollen sich zwei Hosts vertreten können. Welche Anbindung braucht das?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6/13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für Voltrad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KARTE, DREI FRAGEN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Auftrag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7/13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19:10 BIS 20:10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läuft die Praxiszeit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45920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4592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664208" y="1645920"/>
            <a:ext cx="6912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viel? Den Netto-Bedarf in drei Jahren ausrechnen · 15 Min.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5681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664208" y="1956816"/>
            <a:ext cx="6912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Ein RAID-Level wählen und die Platten zählen · 15 Min.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67712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6771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664208" y="2267712"/>
            <a:ext cx="6912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 Für drei Bedarfe DAS, NAS oder SAN wählen · 10 Min.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664208" y="2578608"/>
            <a:ext cx="6912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Prozentuales Wachstum, Hot Spare, 3-2-1 für Voltrad, die Frage der Chefin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127248"/>
            <a:ext cx="8010144" cy="12984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127248"/>
            <a:ext cx="41148" cy="12984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273552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steht auf der Kursseite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4672" y="3561334"/>
            <a:ext cx="7607808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 jacobmenge.github.io/kurs-unterlagen/infrastruktur-planung/praxis-speicher/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Theorie:  jacobmenge.github.io/kurs-unterlagen/infrastruktur-planung/speicherloesungen/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20:10 sind alle wieder hier. Bringt eure drei Antworten mit.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8/13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EURE ANTWORTEN, DANN DIE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43891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664208" y="173736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Speicher braucht Voltrad netto? Wie habt ihr gerechnet?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664208" y="2176272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RAID-Level, wie viele Platten? Wie viel kauft Voltrad brutto?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615184"/>
            <a:ext cx="8266176" cy="43891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6151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664208" y="2615184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Anbindung für die virtuellen Maschinen, die Zeichnungen und die Sicherung?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305409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Offen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664208" y="3054096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kostet das alles? Wer baut es mit zwei Personen in der IT auf?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letzte Frage bleibt offen. Mit ihr steigen wir am Mittwoch ein.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9/13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loesung-rechn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Maschinen und Zeichnungen einzeln rechnet und dann addiert, kommt auf dasselbe Ergebnis.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loesung-ra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11/13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loesung-anbind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5237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Befund 9 der Bestandsaufnahme: Eine Sicherung zählt erst, wenn sie getrennt liegt und geprüft ist.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12/13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geht es um das Geld und die Menschen hinter dem Konzept: Ressourcen und Lizenzen.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645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Nachlesen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Übung und die Theorie zu Speicherlösungen mit acht weiteren Rechenaufgaben stehen auf der Kursseite.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645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braucht ihr von heute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3,6 TB netto, vier Platten in RAID 6 oder 10 plus Hot Spare, eine eigene Sicherung mit Kopie außer Haus.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645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kostet das, wer baut es auf und welche Lizenzen braucht Voltrad dafür?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21. Oktober um 18:00 Uhr.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13/13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Netto planen, brutto kaufen.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und Theorie bleiben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21. Oktober · Ressourcen und Lizenzen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Speicher planen</dc:title>
  <dc:subject>Abend 16 im Themenblock Planung, Konzeptionierung, Integration</dc:subject>
  <dc:creator>Jacob Menge</dc:creator>
  <cp:lastModifiedBy>Jacob Menge</cp:lastModifiedBy>
  <cp:revision>1</cp:revision>
  <dcterms:created xsi:type="dcterms:W3CDTF">2026-10-14T15:24:47Z</dcterms:created>
  <dcterms:modified xsi:type="dcterms:W3CDTF">2026-10-14T15:24:47Z</dcterms:modified>
</cp:coreProperties>
</file>