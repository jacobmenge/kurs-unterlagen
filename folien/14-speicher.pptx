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 Der neue Speicher für Voltrad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19.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Dateiablage ist zu 92 % voll. Was tut ihr?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0253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0253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 Bestand, Zuwachs, Horizont und Reserve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RAID-Level und warum RAID keine Datensicherung ist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32888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32888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DAS, NAS und SAN, mit Zuordnungsrunde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98064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98064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98064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6324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6324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Speicher für Voltrad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328416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2841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32841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vor, dann 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9359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ein Theorieblock zum Mitmachen und eine Übung mit wenig Lesestoff.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Dateiablage von Voltrad ist zu 92 % voll.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Monat kommen 25 GB dazu.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tut ihr als Erstes?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Stichwort reicht, zum Beispiel „größere Platten kaufen“. Ist das die beste Antwort?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· 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Gerechnet wird nur, was im Werk bleibt. Die Bürodateien zählen nicht mehr mit.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KAPAZITÄT PLANEN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kapazita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1 rechnet ihr genauso, mit den Zahlen von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1 und RAID 5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6 und RAID 10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BRUTTO UND NETTO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Level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vier Platten, sehr verschiedene Ergebnisse: Mehr Sicherheit kostet nutzbaren Platz.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REGEL 3-2-1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ist keine Datensicherung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88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hatte seit drei Jahren niemand die Rücksicherung geprüft. Das war Befund 9.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nbindung-k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UNTERSCHIED ZWISCHEN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Dateien oder Blöcke?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dateien-blo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sollen sich zwei Hosts vertreten können. Was brauchen sie: Dateien oder Blöcke?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ODER SAN? ANTWORTEN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jeden Fall zu: DAS, NAS oder SAN. Alles in eine Nachricht.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01952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0195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190195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USB-Festplatte am Laptop der Geschäftsführerin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185416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185416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gemeinsamer Ordner im Büronetz, auf den ein ganzes Team zugreift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68880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68880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468880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Hosts, deren virtuelle Maschinen bei einem Ausfall auf einen anderen Host wechseln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52344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2752344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gespiegelte Festplatten fest im Datenbankserver eingebaut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035808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kleines Gerät im Büro, auf dem alle ihre Scans in Ordnern ablegen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15568" y="331927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Speicher, den ein Server über iSCSI als eigenes Laufwerk sieht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3730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eure Nachricht aus: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3694176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F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35808" y="36941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…   B: …   C: …   D: …   E: …   F: 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416052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Wer greift zu, kommen Dateien oder Blöcke an?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04825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DAS: A und 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USB-Platte am Laptop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Platten im Datenbankserver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an einem Gerät. Nur dieses Gerät kommt an die Daten.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572768"/>
            <a:ext cx="41148" cy="204825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NAS: B und 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Team-Ordner im Büronetz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Scans im Büro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im normalen Netz gibt Ordner frei. Viele teilen sich Dateien.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572768"/>
            <a:ext cx="41148" cy="204825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SAN: C und 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C: Hosts mit wechselnden VMs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F: Laufwerk über iSCSI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Eigenes Speichernetz. Jeder Host sieht Blöcke wie eine eigene Platte.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2277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87705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Streitfälle: C geht auch mit NFS-Freigaben, F kann ein NAS mit iSCSI sein. Es zählt, was ankommt: Blöcke oder Dateien.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für Voltrad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KARTE, DREI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20:10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727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727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Den Netto-Bedarf in drei Jahren ausrechnen · 15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470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84708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Ein RAID-Level wählen und die Platten zählen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214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21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12140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Für drei Bedarfe DAS, NAS oder SAN wählen · 10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Danach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39572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 vorbereiten: drei Antworten für fünf Minuten Vortrag · 5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7004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70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6700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Prozentuales Wachstum, Hot Spare, 3-2-1 für Voltrad, die Frage der Chefin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200400"/>
            <a:ext cx="8010144" cy="124358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00400"/>
            <a:ext cx="41148" cy="124358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34670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634486"/>
            <a:ext cx="7607808" cy="6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jacobmenge.github.io/kurs-unterlagen/infrastruktur-planung/praxis-speicher/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jacobmenge.github.io/kurs-unterlagen/infrastruktur-planung/speicherloesungen/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hier. Jede Gruppe stellt ihre drei Antworten in fünf Minuten vor.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MINUTEN JE GRUPPE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737360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Unser Netto-Bedarf in drei Jahren und wie wir gerechnet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176272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Unser RAID-Level, wie viele Platten, wie viel Voltrad brutto kauft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615184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151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615184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Unsere Wahl für die Maschinen, die Zeichnungen und die Sicherung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81328" y="3054096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 alles? Wer baut es mit zwei Personen in der IT auf?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der zweiten Gruppe nur noch: Was habt ihr anders entschieden und warum? Die letzte Frage bleibt offen für Mittwoch.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ech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Maschinen und Zeichnungen einzeln rechnet und dann addiert, kommt auf dasselbe Ergebnis.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anbin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 9: Eine Sicherung zählt erst, wenn sie getrennt liegt und geprüft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geht es um das Geld und die Menschen hinter dem Konzept: Ressourcen und Lizenzen.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 und die Theorie zu Speicherlösungen mit acht weiteren 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3,6 TB netto, vier Platten in RAID 6 oder 10 plus Hot Spare, eine eigene Sicherung mit Kopie außer Haus.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das, wer baut es auf und welche Lizenzen braucht Voltrad dafür?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21.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 planen, brutto kaufen.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21. Oktober · Ressourcen und Lizenzen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Speicher planen</dc:title>
  <dc:subject>Abend 16 im Themenblock Planung, Konzeptionierung, Integration</dc:subject>
  <dc:creator>Jacob Menge</dc:creator>
  <cp:lastModifiedBy>Jacob Menge</cp:lastModifiedBy>
  <cp:revision>1</cp:revision>
  <dcterms:created xsi:type="dcterms:W3CDTF">2026-10-19T15:56:31Z</dcterms:created>
  <dcterms:modified xsi:type="dcterms:W3CDTF">2026-10-19T15:56:31Z</dcterms:modified>
</cp:coreProperties>
</file>