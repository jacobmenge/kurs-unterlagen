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 Der neue Speicher für Voltrad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19. Oktober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Dateiablage ist zu 92 % voll. Was tut ihr?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0253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0253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 Bestand, Zuwachs, Horizont und Reserve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RAID-Level und warum RAID keine Datensicherung ist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32888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32888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DAS, NAS und SAN, mit Zuordnungsrunde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98064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98064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98064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63240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63240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Breakouts: Speicher für Voltrad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328416"/>
            <a:ext cx="8266176" cy="26517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2841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328416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vor, dann die Lösung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9359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93592"/>
            <a:ext cx="7004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ein Theorieblock zum Mitmachen und eine Übung mit wenig Lesestoff.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STICHWORTE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Dateiablage von Voltrad ist zu 92 % voll.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Monat kommen 25 GB dazu.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tut ihr als Erstes?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Stichwort reicht, zum Beispiel „größere Platten kaufen“. Ist das die beste Antwort?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 · 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Gerechnet wird nur, was im Werk bleibt. Die Bürodateien zählen nicht mehr mit.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viel, wie sicher, wie angebunden?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KAPAZITÄT PLANEN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Speicher?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kapazita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70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Station 1 rechnet ihr genauso, mit den Zahlen von Voltrad.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RAID VERSTEHEN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1 und RAID 5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-erklaert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RAID VERSTEHEN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6 und RAID 10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-erklaert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· BRUTTO UND NETTO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vier Level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vier Platten, sehr verschiedene Ergebnisse: Mehr Sicherheit kostet nutzbaren Platz.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REGEL 3-2-1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RAID ist keine Datensicherung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ba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883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hatte seit drei Jahren niemand die Rücksicherung geprüft. Das war Befund 9.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nbindung-k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UNTERSCHIED ZWISCHEN NAS UND SAN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Dateien oder Blöcke?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dateien-blo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Voltrad sollen sich zwei Hosts vertreten können. Was brauchen sie: Dateien oder Blöcke?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DAS, NAS ODER SAN? ANTWORTEN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Ordnet jeden Fall zu: DAS, NAS oder SAN. Alles in eine Nachricht.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01952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01952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15568" y="1901952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USB-Festplatte am Laptop der Geschäftsführerin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185416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15568" y="2185416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gemeinsamer Ordner im Büronetz, auf den ein ganzes Team zugreift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68880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68880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15568" y="2468880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Hosts, deren virtuelle Maschinen bei einem Ausfall auf einen anderen Host wechseln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52344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15568" y="2752344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gespiegelte Festplatten fest im Datenbankserver eingebaut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15568" y="3035808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kleines Gerät im Büro, auf dem alle ihre Scans in Ordnern ablegen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548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15568" y="3319272"/>
            <a:ext cx="746150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Speicher, den ein Server über iSCSI als eigenes Laufwerk sieht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3730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sieht eure Nachricht aus: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44368" y="3694176"/>
            <a:ext cx="40233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F7C86"/>
            </a:solidFill>
          </a:ln>
        </p:spPr>
        <p:txBody>
          <a:bodyPr wrap="square" lIns="0" tIns="88900" rIns="889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A: …   B: …   C: …   D: …   E: …   F: …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6928" y="4160520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Wer greift zu, kommen Dateien oder Blöcke an?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Zuordnungsrunde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048256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DAS: A und 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USB-Platte am Laptop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Platten im Datenbankserver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an einem Gerät. Nur dieses Gerät kommt an die Daten.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572768"/>
            <a:ext cx="41148" cy="204825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NAS: B und 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B: Team-Ordner im Büronetz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E: Scans im Büro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im normalen Netz gibt Ordner frei. Viele teilen sich Dateien.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53328" y="1572768"/>
            <a:ext cx="2523744" cy="204825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572768"/>
            <a:ext cx="41148" cy="204825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719072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SAN: C und 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039112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C: Hosts mit wechselnden VMs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F: Laufwerk über iSCSI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Eigenes Speichernetz. Jeder Host sieht Blöcke wie eine eigene Platte.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92277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87705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Streitfälle: C geht auch mit NFS-Freigaben, F kann ein NAS mit iSCSI sein. Es zählt, was ankommt: Blöcke oder Dateien.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planen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 für Voltrad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KARTE, DREI FRAGEN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Auftrag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19:10 BIS 20:10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5727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572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664208" y="15727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Den Netto-Bedarf in drei Jahren ausrechnen · 15 Min.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8470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64208" y="184708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Ein RAID-Level wählen und die Platten zählen · 15 Min.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214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214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64208" y="212140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Für drei Bedarfe DAS, NAS oder SAN wählen · 10 Min.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957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Danach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664208" y="239572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 vorbereiten: drei Antworten für fünf Minuten Vortrag · 5 Min.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7004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70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64208" y="26700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Prozentuales Wachstum, Hot Spare, 3-2-1 für Voltrad, die Frage der Chefin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200400"/>
            <a:ext cx="8010144" cy="124358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00400"/>
            <a:ext cx="41148" cy="124358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34670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634486"/>
            <a:ext cx="7607808" cy="6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jacobmenge.github.io/kurs-unterlagen/infrastruktur-planung/praxis-speicher/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Theorie:  jacobmenge.github.io/kurs-unterlagen/infrastruktur-planung/speicherloesungen/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20:10 sind alle wieder hier. Jede Gruppe stellt ihre drei Antworten in fünf Minuten vor.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plant ihr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MINUTEN JE GRUPPE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vor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81328" y="1737360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 Unser Netto-Bedarf in drei Jahren und wie wir gerechnet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81328" y="2176272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 Unser RAID-Level, wie viele Platten, wie viel Voltrad brutto kauft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615184"/>
            <a:ext cx="8266176" cy="43891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6151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2615184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 Unsere Wahl für die Maschinen, die Zeichnungen und die Sicherung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81328" y="3054096"/>
            <a:ext cx="70957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 alles? Wer baut es mit zwei Personen in der IT auf?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der zweiten Gruppe nur noch: Was habt ihr anders entschieden und warum? Die letzte Frage bleibt offen für Mittwoch.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echn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Maschinen und Zeichnungen einzeln rechnet und dann addiert, kommt auf dasselbe Ergebnis.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sicher?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ra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651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· 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angebunden?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peicher-loesung-anbind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010144" cy="25237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 9: Eine Sicherung zählt erst, wenn sie getrennt liegt und geprüft ist.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 geht es um das Geld und die Menschen hinter dem Konzept: Ressourcen und Lizenzen.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Nachlesen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Übung und die Theorie zu Speicherlösungen mit acht weiteren Aufgaben stehen auf der Kursseite.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braucht ihr von heute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3,6 TB netto, vier Platten in RAID 6 oder 10 plus Hot Spare, eine eigene Sicherung mit Kopie außer Haus.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6459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64592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Mittwoch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4328"/>
            <a:ext cx="212140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kostet das, wer baut es auf und welche Lizenzen braucht Voltrad dafür?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21. Oktober um 18:00 Uhr.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 planen, brutto kaufen.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und Theorie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21. Oktober · Ressourcen und Lizenzen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Speicher planen</dc:title>
  <dc:subject>Abend 16 im Themenblock Planung, Konzeptionierung, Integration</dc:subject>
  <dc:creator>Jacob Menge</dc:creator>
  <cp:lastModifiedBy>Jacob Menge</cp:lastModifiedBy>
  <cp:revision>1</cp:revision>
  <dcterms:created xsi:type="dcterms:W3CDTF">2026-10-21T15:11:28Z</dcterms:created>
  <dcterms:modified xsi:type="dcterms:W3CDTF">2026-10-21T15:11:28Z</dcterms:modified>
</cp:coreProperties>
</file>