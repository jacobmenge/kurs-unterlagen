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live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Broker für den ganzen Kurs und eine echte Lampe am anderen Ende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30. September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37360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Wie kommt euer Broker vom Montag ins Internet?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8424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18:05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84248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eigenen Broker zum Kurs-Broker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genauer: Befehl und Rückmeldung, Retain, Last Will, QoS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7802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78024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Absicherung und MQTT im Smart Home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24912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2491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24912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ihr: das Zielbild und eine Live-Demo mit der Lampe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7180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71800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218688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21868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218688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 in euren Teams: Kurs-Broker, Signalleuchte, Retain, Sensor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6557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65576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mit Live-Finale vor der Kamera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712464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71246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712464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ist der Theorieblock kurz. Die meiste Zeit gehört der Praxis und am Ende der Lampe.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STICHWORTE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Broker lief am Montag auf localhost.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braucht er, damit der ganze Kurs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darüber funken kann?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Kleiner Tipp: Denkt an die letzte Frage vom Montag.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2/16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qtt-kurs-brok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Zugangsdaten bekommt ihr gleich im Chat. Sie stehen absichtlich auf keiner Folie und keiner Kursseite.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genauer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Broker alles für euch erledigt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Kurs-Broker und Anzeigetafel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mqtt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Anzeigetafel ist eure Kamera im Breakout: Dort seht ihr, ob euer Befehl angekommen ist.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genauer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MAN EIN GERÄT PER MQTT STEUERT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 und Rückmeldung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qtt-befehl-rueckmeld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89888"/>
            <a:ext cx="8010144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Breakout seht ihr die Kamera nicht: Die Rückmeldung ist euer Beweis.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genauer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5/16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WERKZEUGE DES BROKERS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und Last Will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qtt-retain-wi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Beides probiert ihr in Station 3 selbst aus. Den Last Will des Gateways zeige ich euch zusätzlich in der Auswertung.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genauer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6/16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DIE PRÜFUNG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QoS: Wie sicher kommt eine Nachricht an?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qtt-q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Merksatz: 0 höchstens einmal, 1 mindestens einmal, 2 genau einmal. Mehr Sicherheit kostet mehr Pakete.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genauer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7/16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DIE PRÜFUNG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Schichten Absicherung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qtt-sicherhe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vollständige Antwort auf die Klartext-Frage vom Montag.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genauer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8/16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DASSELBE MUSTER IM SMART HOME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zu Hause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qtt-smart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487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zu Hause smarte Geräte hat: Eine Anleitung für den eigenen Broker folgt auf der Kursseite. Freiwillig, für alle mit Lust auf ein eigenes Projekt.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genauer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9/16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Teams, ein Broker, eine Lampe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HEUTE ABEND ZUSAMMENSPIELT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Zielbild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qtt-lampen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010144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 einmal live: Ich schalte die Lampe mit genau dem Befehl, den ihr nachher selbst schickt.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10/16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SPRECHT IHR HEUTE MIT DEM BROKER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in seinen Teilen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qtt-befehl-anatom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3957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Befehle stehen fertig zum Kopieren auf der Übungsseite.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11/16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SCHNITTSTELLE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Befehle an die Lampe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Jedes Team schreibt in sein eigenes Topic. Die Nachricht selbst ist der Befehl: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38528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3852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18488" y="1938528"/>
            <a:ext cx="6958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Lampe leuchtet in eurer Teamfarbe. So sehen alle, wer gerade dran ist.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677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blinken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18488" y="2267712"/>
            <a:ext cx="6958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Lampe atmet 15 Sekunden lang in eurer Teamfarbe.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596896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5968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18488" y="2596896"/>
            <a:ext cx="6958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Lampe geht aus, bis ein Team sie wieder einschaltet.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92608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#FF8800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618488" y="2926080"/>
            <a:ext cx="6958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eine eigene Farbe als Hex-Code, so wie in CSS.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8010144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328416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47472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Woran ihr seht, dass es geklappt hat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3762502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Fenster 1 erscheint die Rückmeldung auf kurs/lampe/zustand, bei einem Fehler ein Hinweis auf kurs/lampe/hinweis. Die Anzeigetafel zeigt beides.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Gateway nimmt alle zwei Sekunden einen Befehl an, der neueste gewinnt.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12/16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19:00 BIS 20:30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läuft die Praxiszeit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664208" y="164592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Zugang aus dem Chat in Variablen ablegen, in beiden Fenstern · 3 Min.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20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664208" y="192024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wer am Montag nicht fertig wurde: MQTT im Container, Teil 1 bis 3 · 15 Min.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194560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194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64208" y="219456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Anmelden am Kurs-Broker: alles unter kurs/# mitlesen, das erste Hallo · 15 Min.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664208" y="246888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Signalleuchte: Befehl senden, Rückmeldung lesen · 20 Min.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43200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64208" y="274320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und Last Will: euer Status auf der Anzeigetafel · 20 Min.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3017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Challenge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64208" y="301752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eigener Sensor im Container: eure Ofentemperatur live auf der Tafel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383280"/>
            <a:ext cx="8010144" cy="111556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3383280"/>
            <a:ext cx="41148" cy="111556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steht auf der Kursseite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3817366"/>
            <a:ext cx="7607808" cy="56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jacobmenge.github.io/kurs-unterlagen/industrie-iot/praxis-mqtt-live/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Anzeigetafel:  jacob-decoded.de/tafel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 jacobmenge.github.io/kurs-unterlagen/industrie-iot/stolpersteine/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13/16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Breakout ist euer Team. Im Topic heißt es rot, gruen, blau oder lila.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Zugang kommen über den Chat. Gebt sie nicht außerhalb des Kurses weiter.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Person teilt den Bildschirm, aber alle senden selbst: Jede Person schaltet die Lampe einmal.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Lampe gehört allen. Kein Dauerfeuer, das Gateway nimmt ohnehin nur alle zwei Sekunden einen Befehl an.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schaue reihum vorbei. Wenn es klemmt: erst die Stolpersteine, dann fragen.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3639312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39312"/>
            <a:ext cx="41148" cy="822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8561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20:30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73398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einer Lampen-Runde vor der Kamera. Überlegt euch schon mal: Was passiert, wenn alle vier Teams gleichzeitig senden?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14/16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MINUTEN, ALLE ZUSAMMEN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und Live-Finale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Lampen-Runde: Jedes Team schaltet einmal, alle schauen in die Kamera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gleichzeitig: Welche Farbe gewinnt und warum?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stoppe das Gateway: Woher weiß die Anzeigetafel, dass es weg ist?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mit -r, während das Gateway fehlt: Was passiert beim Neustart?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Zugang für alle: Wie verhindert eine echte Halle, dass Blau als Rot sendet?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 5 ist die Prüfungsfrage des Abends: Rechte je Topic, also eine ACL am Broker.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15/16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heute schließen wir Industrie und IoT ab. Alles bleibt online.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3716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 Übungen, die Anzeigetafel und die Stolpersteine bleiben auf der Kursseite.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3716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zu Hause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Freiwillig: ein eigener Broker für eure Smart-Home-Geräte. Die Anleitung folgt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3716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Montag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Cloud-Lab und der Einstieg in die Infrastrukturplanung.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685032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63931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5. Oktober um 18:00 Uhr.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16/16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Mitlesen zum Steuern.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Übungen, Anzeigetafel und alle Erklärungen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5. Oktober · Cloud-Lab und Infrastrukturplanung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MQTT live</dc:title>
  <dc:subject>Abend 11 im Themenblock Planung, Konzeptionierung, Integration</dc:subject>
  <dc:creator>Jacob Menge</dc:creator>
  <cp:lastModifiedBy>Jacob Menge</cp:lastModifiedBy>
  <cp:revision>1</cp:revision>
  <dcterms:created xsi:type="dcterms:W3CDTF">2026-09-30T15:01:43Z</dcterms:created>
  <dcterms:modified xsi:type="dcterms:W3CDTF">2026-09-30T15:01:43Z</dcterms:modified>
</cp:coreProperties>
</file>