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Virtualisierung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ganze Bild an einem Abend – und eine echte Cloud-VM für jeden von euch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7. September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55648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556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5564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wir stehen – und warum ein Abend Virtualisierung reicht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199339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572768" y="199339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virtualisieren? Problem, Idee, Begriffe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231136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2311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72768" y="223113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Hypervisor Typ 1 und Typ 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4688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18:35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72768" y="246888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das heute überall läuft: Rechenzentrum, Cloud, Arbeitsplatz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706624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7066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18:50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72768" y="270662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29443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19:00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572768" y="294436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die VM geschaut: ihr Netz – und Snapshots (Live-Demo)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8912" y="3182112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1821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72768" y="318211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341985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72768" y="341985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VM-Detektiv auf eurer Cloud-VM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8912" y="3657600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6576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572768" y="365760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Funde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" y="389534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20:40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572768" y="389534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Wann VM, wann nicht – und der Ausblick auf Docker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1" name="Text 29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habt alle schon VMs gebaut – heute geht es ums Einordnen: wo, wofür, und wo die Grenzen liegen.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1/13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 VON 4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durch Thema 1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thema1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737360"/>
            <a:ext cx="8010144" cy="17373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88620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8404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 sind geschafft. Heute ordnen wir das Kapseln ein – Mittwoch wird es mit Docker schlanker.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Server, der sich langweilt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wir Maschinen virtualisieren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PROBLEM UND DIE IDEE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virtualisieren?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virt-konsolidieru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Hypervisor teilt einen echten Rechner in mehrere virtuelle – jede VM glaubt, sie hätte die Hardware für sich.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&amp; Begriffe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3/13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HOST, GAST, HYPERVISOR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Begriffe, sauber sortiert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host-gast-bi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8010144" cy="23591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 und schmerzlos – ihr kennt das. Wichtig fürs Weitere: Die VM sieht nur, was der Hypervisor ihr baut.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&amp; Begriffe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4/13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 1 UND TYP 2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Hypervisor: zwei Bauarten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hypervisor-ty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8010144" cy="2450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1480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690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 2 kennt ihr vom eigenen Rechner. Der Rest des Abends spielt fast nur noch auf Typ 1 – ohne dass ihr ihn je seht.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&amp; Begriffe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5/13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läuft das heute überall?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Rechenzentrum, Cloud, Arbeitsplatz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ORTE, EIN PRINZIP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Virtualisierung heute läuft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einsatz-or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8010144" cy="2450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1480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690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mittlere Säule ist der Grund für unsere heutige Übung: Ihr bekommt gleich so eine Cloud-VM in die Hand.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Einsatz in der Praxis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6/13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 UND BRIDGED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Netz der VM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vm-net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8010144" cy="24505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1480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690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Netzwerk-Wissen, eine Etage tiefer – gleich prüft ihr genau das an eurer Cloud-VM nach.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der VM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7/13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SNAPSHOTS – GLEICH ALS LIVE-DEMO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Lesezeichen im VM-Zustand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napshot-strah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2494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0624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05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mache das jetzt einmal live kaputt und wieder heil – wer es selbst will: Kür-Teil der Übungsseite, zehn Minuten.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der VM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8/13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VM-Detektiv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auf einer echten Cloud-VM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28800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288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481328" y="1828800"/>
            <a:ext cx="7095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Pluralsight → Cloud-Sandbox: einen Linux-Server starten, per Terminal verbinden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21945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Teil 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481328" y="2194560"/>
            <a:ext cx="7095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Netz-Detektiv: Adresse, Netz, Gateway ermitteln – privates vs. öffentliches Gesicht der VM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" y="2560320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60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Teil B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481328" y="2560320"/>
            <a:ext cx="7095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Einordnung: Auf wessen Hardware läuft eure VM – und welcher Hypervisor-Typ ist das?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29260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Notieren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481328" y="2926080"/>
            <a:ext cx="7095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drei Netz-Antworten und euren Einordnungs-Satz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511296"/>
            <a:ext cx="8010144" cy="96926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3511296"/>
            <a:ext cx="41148" cy="969264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65760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04672" y="3945382"/>
            <a:ext cx="7607808" cy="4163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Anleitung mit allen Befehlen:  jacobmenge.github.io/kurs-unterlagen/virtualisierung/praxis-vm-experimente/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Ergebnisse eintragen:  &lt;Link zum Ergebnis-Dokument hier eintragen&gt;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9/13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 Gruppen, eine Person teilt den Bildschirm – alle rechnen bei Teil A mit.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startet seine eigene Sandbox – kaputt machen ist ausdrücklich erlaubt, sie ist wegwerfbar.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Teil A ist Kopfarbeit mit Netzwerk-Wissen: erst rechnen, dann in den Lösungen nachsehen.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Kommt ihr nicht in die Sandbox: Die Übung läuft genauso auf jeder anderen Linux-VM (Multipass-Anleitung ist verlinkt).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Hilfekarten auf der Seite, dann „Um Hilfe bitten“.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bringt mit: Netzadresse und Gateway ihrer VM – und den Satz, wessen Hardware das eigentlich ist.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10/13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25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Funde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81051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Netz-Detektiv: Welche Netze habt ihr gefunden – und wer ist das Gateway?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762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15568" y="217627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Gesichter: private Adresse innen, öffentliche außen – wer übersetzt da? (Montag!)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4203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420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5568" y="254203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Einordnung: Wessen Hardware, welcher Hypervisor-Typ – und woran erkennt man das?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9077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5568" y="290779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Vergleich der Gruppen: Stecken alle Sandboxen im gleichen Netz-Muster?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Merksatz: „Cloud-Server“ heißt fast immer – eine VM auf einem Typ-1-Hypervisor, den ihr nie zu Gesicht bekommt.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11/13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STÄRKEN UND GRENZEN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Wann VM – und wann nicht?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virt-vor-na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8010144" cy="2194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233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776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 Abwägung ist Prüfstein jeder Infrastruktur-Entscheidung – und die letzte Zeile ist der Cliffhanger für Mittwoch.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12/13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Mittwoch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 wird das Kapseln schlanker: Docker – Container statt ganzer Maschinen.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– Einführung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Erster Container in Sekunden, dann ein eigenes Image – das Werkzeug richten wir gemeinsam ein.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vorarbeiten mag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Desktop lässt sich vorab installieren – Anleitung auf der Kursseite unter „Docker → Installation“. Kein Muss.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Kür bis dahin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Snapshot-Experiment von der Übungsseite selbst durchspielen – zehn Minuten mit Multipass, Anleitung steht dort.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Mittwoch, 9. September, 18:00 Uhr – Docker: Images, Container, Registry.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13/13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Virtualisierung: eingeordnet.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Blech bis zur Cloud-VM – Theorie, Übung und die Multipass-Kür stehen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9. September · Docker – Einführung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Virtualisierung</dc:title>
  <dc:subject>Abend 4 im Themenblock Planung, Konzeptionierung, Integration</dc:subject>
  <dc:creator>Jacob Menge</dc:creator>
  <cp:lastModifiedBy>Jacob Menge</cp:lastModifiedBy>
  <cp:revision>1</cp:revision>
  <dcterms:created xsi:type="dcterms:W3CDTF">2026-09-07T10:02:33Z</dcterms:created>
  <dcterms:modified xsi:type="dcterms:W3CDTF">2026-09-07T10:02:33Z</dcterms:modified>
</cp:coreProperties>
</file>