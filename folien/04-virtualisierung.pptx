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startet ihr eure erste eigene virtuelle Maschine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stehen – und warum jetzt Virtualisierung kommt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 Das Problem und die Idee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Hypervisor: Typ 1, Typ 2 – und VM gegen Container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 einrichten: Multipass – gemeinsam, Schritt für Schritt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eure erste eigene VM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Was habt ihr gebaut – und was lief schief?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im Alltag: wo euch das ab jetzt ständig begegnet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heute wird gebaut – die Theorie bleibt kurz, die VM ist das Ziel.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durch Thema 1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thema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geschafft. Heute lernt ihr, Systeme zu entkoppeln – die Grundlage für Container und alles danach.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Server, der sich langweilt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Maschinen virtualisieren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 UND DIE 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irt-konsolid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Hypervisor teilt einen echten Rechner in mehrere virtuelle – jede VM glaubt, sie hätte die Hardware für sich.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HOST, GAST, HYPERVISOR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des Abends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st-gast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Begriffe reichen für heute – alles Weitere kommt beim Bauen von selbst.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1 UND TYP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Hypervisor: zwei Bauarten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ypervisor-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nutzt ihr Typ 2 auf eurem Laptop – im Rechenzentrum steht Typ 1. Das Prinzip ist dasselbe.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VORAUS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und Container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m-vs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4223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9651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kapselt: die VM ein ganzes System, der Container nur die Anwendung. Ab nächster Woche baut ihr mit beidem.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Multipass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Ubuntu-VMs mit einem Befehl – unser Werkzeug für diese Woche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ZUSAMMEN, JETZT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Multipass einrichten – gemeinsam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installieren jetzt gemeinsam – die Anleitung führt euch je Betriebssystem durch: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20240"/>
            <a:ext cx="41148" cy="7132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öffnen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54326"/>
            <a:ext cx="7607808" cy="1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jacobmenge.github.io/kurs-unterlagen/virtualisierung/multipass-einstieg/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283464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Installer laden, durchklicken – Hyper-V oder VirtualBox als Unterbau.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Installer oder „brew install --cask multipass“.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„sudo snap install multipass“.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danach bei allen gleich: „multipass version“ meldet sich.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fertig ist, hilft den Nachbarn im Chat – wir starten erst, wenn alle eine Version sehen.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erste VM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bauen, hineinschauen, aufräumen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9260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1–3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Multipass prüfen, VM „demo“ starten, in der Übersicht wiederfinden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031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4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572768" y="2103120"/>
            <a:ext cx="7004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die VM wechseln: Wer bin ich, wo bin ich, welche Adresse habe ich?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29260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572768" y="2395728"/>
            <a:ext cx="7004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Stoppen, wieder starten – was bleibt erhalten?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6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572768" y="2688336"/>
            <a:ext cx="7004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Kür: eine größere VM („gross“) mit eigenen Werten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2980944"/>
            <a:ext cx="8266176" cy="29260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7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72768" y="2980944"/>
            <a:ext cx="7004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Aufräumen – aber nur die Kür-VM! „demo“ bleibt für Mittwoch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mit allen Befehlen:  jacobmenge.github.io/kurs-unterlagen/virtualisierung/praxis-multipass/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zuletzt. Eine Person teilt den Bildschirm – alle tippen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Anleitung zeigt jeden Befehl mit erwarteter Ausgabe – vergleicht, was bei euch anders ist.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Gruppe festhalten: die Adresse eurer VM, und eine Sache, die euch überrascht hat.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Fehlermeldung? Erst die Stolpersteine-Seite, dann „Um Hilfe bitten“.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jede Gruppe muss gleich weit kommen – bis Schritt 5 ist Pflicht, 6 und 7 sind Kür.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kurz ihre VM-Übersicht und nennt ihre überraschendste Erkenntnis.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gebaut?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Gruppe: multipass list zeigen – wie viele VMs, welcher Zustand?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Adressen-Frage: Welche IP hat eure VM – und aus welchem Netz stammt sie?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Überraschungen: Was war anders als erwartet?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Aufräum-Check: Kür-VM weg, „demo“ gestoppt – und wessen Platte ist trotzdem noch voll?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Adressen-Frage ist kein Zufall: eure VM hängt in einem privaten NAT-Netz – Mittwoch schauen wir genau da hinein.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IM ALLTAG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euch VMs ab jetzt begegnen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828800"/>
            <a:ext cx="41148" cy="17373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751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diesem Kurs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76856"/>
            <a:ext cx="21214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nutzt intern eine VM. Kubernetes-Cluster zum Lernen: VMs. Die Cloud: VMs.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828800"/>
            <a:ext cx="41148" cy="17373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751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Betrieb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76856"/>
            <a:ext cx="21214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jeder Firmenserver läuft heute als VM auf einem Typ-1-Hypervisor – Umzug und Neustart in Minuten.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828800"/>
            <a:ext cx="41148" cy="17373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751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eigenen Rechner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76856"/>
            <a:ext cx="21214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Gefahrlos testen: eine VM kaputt spielen kostet nichts – löschen, neu starten, weiter.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 des Abends: Eine VM ist ein ganzer Rechner aus Software – und Wegwerfen ist erlaubt.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schauen wir in die VM hinein – und machen sie kaputt. Mit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Virtuelle Netze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Adresse hat eure VM, warum genau diese – und wie kommt sie ins Netz? Euer Netzwerk-Wissen, eine Etage tiefer.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Zustand der VM als Lesezeichen: kaputt machen, zurückspringen, weitermachen.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behalten!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Löscht eure heutige VM nicht komplett – Mittwoch experimentieren wir an ihr weiter. Gestoppt ist okay.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9. September, 18:00 Uhr – virtuelle Netze, Speicher und Snapshots.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erste eigene VM: läuft.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Befehle, die Anleitung und die Stolpersteine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9. September · Virtuelle Netze &amp; Snapshots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Virtualisierung</dc:title>
  <dc:subject>Abend 4 im Themenblock Planung, Konzeptionierung, Integration</dc:subject>
  <dc:creator>Jacob Menge</dc:creator>
  <cp:lastModifiedBy>Jacob Menge</cp:lastModifiedBy>
  <cp:revision>1</cp:revision>
  <dcterms:created xsi:type="dcterms:W3CDTF">2026-09-03T08:17:19Z</dcterms:created>
  <dcterms:modified xsi:type="dcterms:W3CDTF">2026-09-03T08:17:19Z</dcterms:modified>
</cp:coreProperties>
</file>