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ganze Bild an einem Abend – und eine echte Cloud-VM für jeden von euch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stehen – und warum ein Abend Virtualisierung reicht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 Problem, Idee, Begriffe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 Typ 1 und Typ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das heute überall läuft: Rechenzentrum, Cloud, Arbeitsplatz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 VM geschaut: ihr Netz – und Snapshots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VM-Detektiv auf eurer Cloud-VM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Funde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VM, wann nicht – und der Ausblick auf Docker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alle schon VMs gebaut – heute geht es ums Einordnen: wo, wofür, und wo die Grenzen liegen.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durch Thema 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thema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geschafft. Heute ordnen wir das Kapseln ein – Mittwoch wird es mit Docker schlanker.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Server, der sich langweilt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Maschinen virtualisieren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 UND DIE 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konsolid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Hypervisor teilt einen echten Rechner in mehrere virtuelle – jede VM glaubt, sie hätte die Hardware für sich.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HOST, GAST, HYPERVISOR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sauber sortiert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st-gas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und schmerzlos – ihr kennt das. Wichtig fürs Weitere: Die VM sieht nur, was der Hypervisor ihr baut.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1 UND TYP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Hypervisor: zwei Bauarten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ypervisor-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2 kennt ihr vom eigenen Rechner. Der Rest des Abends spielt fast nur noch auf Typ 1 – ohne dass ihr ihn je seht.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läuft das heute überall?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Rechenzentrum, Cloud, Arbeitsplatz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ORTE, EIN PRINZIP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Virtualisierung heute läuft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einsatz-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mittlere Säule ist der Grund für unsere heutige Übung: Ihr bekommt gleich so eine Cloud-VM in die Hand – über Pluralsight.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Einsatz in der Praxis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UND BRIDGED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der VM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Netzwerk-Wissen, eine Etage tiefer – gleich prüft ihr genau das an eurer Cloud-VM nach.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Lesezeichen im VM-Zustand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napshot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vor jedem Experiment – dann kostet Mut nichts mehr. Zum Selbermachen: Kür-Teil der Übungsseite, zehn Minuten.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VM-Detektiv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auf einer echten Cloud-VM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 → Hands-on → Reiter „Cloud Servers“: Ubuntu 24.04, Zone Europe, Größe Micro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Adresse, Netz und Gateway ermitteln – dann private und öffentliche IP vergleichen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Auf wessen Hardware läuft eure VM – und welcher Hypervisor-Typ ist das?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früher fertig ist: vier Experimente – Ressourcen, Hypervisor-Nachweis, Webserver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Netz-Antworten und euren Einordnungs-Satz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511296"/>
            <a:ext cx="8010144" cy="9692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511296"/>
            <a:ext cx="41148" cy="96926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5760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945382"/>
            <a:ext cx="7607808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mit allen Befehlen:  jacobmenge.github.io/kurs-unterlagen/virtualisierung/praxis-vm-experimente/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 – alle rechnen bei Teil A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startet seinen eigenen Server – beim ersten Login verlangt er ein neues Passwort (Anleitung zeigt es).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A ist Kopfarbeit mit Netzwerk-Wissen: erst rechnen, dann in den Lösungen nachsehen.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Der Bonusteil auf der Seite hat vier Experimente – die VM verrät dort selbst, dass sie eine ist.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ihr nicht hinein: Die Übung läuft genauso auf jeder anderen Linux-VM – der zweite Tab in der Anleitung zeigt den Weg.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Hilfekarten auf der Seite, dann „Um Hilfe bitten“.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mit: Netzadresse und Gateway ihrer VM – und den Satz, wessen Hardware das eigentlich 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Welche Netze habt ihr gefunden – und wer ist das Gateway?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Gesichter: private Adresse innen, öffentliche außen – wer übersetzt da? (Montag!)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Einordnung: Wessen Hardware, welcher Hypervisor-Typ – und woran erkennt man das?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der Gruppen: Stecken alle Server im gleichen Netz-Muster?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„Cloud-Server“ heißt fast immer – eine VM auf einem Typ-1-Hypervisor, den ihr nie zu Gesicht bekommt.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 UND GRENZEN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 – und wann nicht?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vor-n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Abwägung ist Prüfstein jeder Infrastruktur-Entscheidung – und die letzte Zeile ist der Cliffhanger für Mittwoch.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wird das Kapseln schlanker: Docker – Container statt ganzer Maschinen.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– Einführung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Erster Container in Sekunden, dann ein eigenes Image – das Werkzeug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vorarbeiten mag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lässt sich vorab installieren – Anleitung auf der Kursseite unter „Docker → Installation“. Kein Muss.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 bis dahin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Snapshot-Experiment von der Übungsseite selbst durchspielen – zehn Minuten mit Multipass, Anleitung steht dort.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9. September, 18:00 Uhr – Docker: Images, Container, Registry.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Virtualisierung: eingeordnet.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eigenen Serverraum bis zur Cloud-VM – Theorie, Übung und die Multipass-Kür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· Docker – Einführung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Virtualisierung</dc:title>
  <dc:subject>Abend 4 im Themenblock Planung, Konzeptionierung, Integration</dc:subject>
  <dc:creator>Jacob Menge</dc:creator>
  <cp:lastModifiedBy>Jacob Menge</cp:lastModifiedBy>
  <cp:revision>1</cp:revision>
  <dcterms:created xsi:type="dcterms:W3CDTF">2026-09-07T16:40:11Z</dcterms:created>
  <dcterms:modified xsi:type="dcterms:W3CDTF">2026-09-07T16:40:11Z</dcterms:modified>
</cp:coreProperties>
</file>