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Dienstag, 1.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Donnerstag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Donnerstag folgt Teil zwei: Routing, VLAN und Sicherheit – das Finale.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Grenze: Alles unter den Einsen ist Netz, der Rest gehört dem Gerät.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unterlagen/folien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Gateway?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17366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Router braucht auch eine Adresse aus dem Block – meist die erste nutzbare. Wer Geräte zählt, plant ihn mit ein: 62 nutzbare heißt 61 für eure Geräte plus das Gateway.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8366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Hostbits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03704"/>
            <a:ext cx="147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minus Präfix. Bei /26: 32 − 26 = 6 Hostbits.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10612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2610612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2848356" y="188366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Blockgröße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48356" y="2203704"/>
            <a:ext cx="147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hoch Hostbits. 2⁶ = 64 – die Netze starten bei 0, 64, 128, 192.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54296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654296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883664"/>
            <a:ext cx="1476756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Block finden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92040" y="2386076"/>
            <a:ext cx="1476756" cy="1335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welchem Block liegt die Adresse? Der Blockanfang ist die Netzadresse.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97980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Shape 16"/>
          <p:cNvSpPr/>
          <p:nvPr/>
        </p:nvSpPr>
        <p:spPr>
          <a:xfrm>
            <a:off x="6697980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6935724" y="188366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Minus zwei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5724" y="2203704"/>
            <a:ext cx="147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Adresse = Netz, letzte = Broadcast. Nutzbar ist, was dazwischen liegt.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192.168.10.77 liegt in einem /26-Netz.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Netzadresse, erste und letzte nutzbare Adresse, Broadcast?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192.168.10.77 liegt in einem /26-Netz.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Netzadresse, erste und letzte nutzbare Adresse, Broadcast?</a:t>
            </a:r>
            <a:endParaRPr lang="en-US" sz="1300" dirty="0"/>
          </a:p>
        </p:txBody>
      </p:sp>
      <p:pic>
        <p:nvPicPr>
          <p:cNvPr id="9" name="Image 0" descr="/Users/jacobmenge/Desktop/kurs-unterlagen/folien/assets/diagramme/block-strah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788920"/>
            <a:ext cx="8010144" cy="111556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Nutzbar .65 bis .126 – der Blockanfang benennt das Netz, die letzte Adresse ruft alle.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Abteilung braucht Platz für 40 Geräte.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Präfix nehmt ihr – und warum nicht eins kleiner?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Abteilung braucht Platz für 40 Geräte.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Präfix nehmt ihr – und warum nicht eins kleiner?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8010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Hostbits: 2⁵ − 2 = 30 nutzbar → reicht nicht für 40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Hostbits: 2⁶ − 2 = 62 nutzbar → passt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 = 32 − 6 = /26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Immer die kleinste Blockgröße, die noch reicht – plus Blick auf morgen: Wächst die Abteilung?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172.16.4.130 liegt in einem /23-Netz.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und Broadcast? Vorsicht, hier reicht das letzte Oktett nicht.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172.16.4.130 liegt in einem /23-Netz.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und Broadcast? Vorsicht, hier reicht das letzte Oktett nicht.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8010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Hostbits → Blockgröße 512: das dritte Oktett spielt mit, in Zweierschritten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Netze: 172.16.0.0, 172.16.2.0, 172.16.4.0 … → .4.130 liegt in 172.16.4.0/23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nutzbar 172.16.4.1 bis 172.16.5.254 · Broadcast 172.16.5.255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Präfix unter /24 heißt: Der Block läuft über mehrere dritte Oktette hinweg.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private Adresse haben dürft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v6-aufbau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 für alle: /26 – wie viele Geräte? Jetzt kann es jeder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Donnerstag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Donnerstag machen wir das Netz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beantwortet ihr eine Frage, in der alles von heute steckt.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Donnerstag, 3. September, 18:00 Uhr – Teil zwei und das Finale.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· Routing, VLAN und Sicherheit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2026-08-31T13:55:58Z</dcterms:created>
  <dcterms:modified xsi:type="dcterms:W3CDTF">2026-08-31T13:55:58Z</dcterms:modified>
</cp:coreProperties>
</file>