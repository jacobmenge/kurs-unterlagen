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Adressierung und Subnetting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gerechnet – Papier und Stift reichen, Taschenrechner braucht ihr nicht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Dienstag, 1.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8105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Ankommen und Einstieg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0665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auseinandergenommen: Aufbau, Maske, Präfixe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225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3225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Rechnen: Blockgrößen, Netz- und Broadcast-Adresse, drei Aufgaben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5786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8346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 – und IPv6 kompakt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0906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346704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34670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Subnetz-Architekten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60273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Netzpläne im Vergleich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85876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385876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Donnerstag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Donnerstag folgt Teil zwei: Routing, VLAN und Sicherheit – das Finale.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 192.168.2.33/24 wirklich drinsteckt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Adresse, zwei Hälften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ip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Maske zieht die Grenze: Alles unter den Einsen ist Netz, der Rest gehört dem Gerät.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Präfixe, mit denen ihr rechnen werdet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Werkzeug für heute. Blockgröße = 2 hoch Hostbits – jeder Schritt halbiert.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930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· nutzbar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54864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148840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14884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14884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· 254 Geräte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43230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43230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43230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· 126 Geräte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715768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71576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271576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2715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· 62 Geräte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2999232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299923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299923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· 30 Geräte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3282696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282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328269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93008" y="328269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14 Geräte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356616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72768" y="356616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56616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6 Geräte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849624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84962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72768" y="384962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255.255.255.252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3008" y="384962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2 – Router-Kopplung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17830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OFT PASST DER BLOCK INS /24</a:t>
            </a:r>
            <a:endParaRPr lang="en-US" sz="1050" dirty="0"/>
          </a:p>
        </p:txBody>
      </p:sp>
      <p:pic>
        <p:nvPicPr>
          <p:cNvPr id="36" name="Image 0" descr="/Users/jacobmenge/Desktop/kurs-unterlagen/folien/assets/diagramme/praefix-bal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148840"/>
            <a:ext cx="2304288" cy="19842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Auffällig: nutzbar ist immer Blockgröße minus 2. Warum – nächste Folie.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3/19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KLASSIKER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62 und nicht 64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block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1600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83280"/>
            <a:ext cx="8010144" cy="9144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83280"/>
            <a:ext cx="41148" cy="9144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5295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Gateway?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17366"/>
            <a:ext cx="7607808" cy="36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Router braucht auch eine Adresse aus dem Block – meist die erste nutzbare. Wer Geräte zählt, plant ihn mit ein: 62 nutzbare heißt 61 für eure Geräte plus das Gateway.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rechnet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Aufgaben, Antworten in den Chat – aufgelöst wird per Klick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VIER SCHRITTEN ZU JEDEM NETZ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83664"/>
            <a:ext cx="1476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Hostbits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03704"/>
            <a:ext cx="14767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minus Präfix. Bei /26: 32 − 26 = 6 Hostbits.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0612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2610612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848356" y="1883664"/>
            <a:ext cx="1476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Blockgröße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48356" y="2203704"/>
            <a:ext cx="14767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hoch Hostbits. 2⁶ = 64 – die Netze starten bei 0, 64, 128, 192.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54296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654296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883664"/>
            <a:ext cx="1476756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Block finden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386076"/>
            <a:ext cx="1476756" cy="133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welchem Block liegt die Adresse? Der Blockanfang ist die Netzadresse.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97980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0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935724" y="1883664"/>
            <a:ext cx="1476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Minus zwei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5724" y="2203704"/>
            <a:ext cx="14767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Adresse = Netz, letzte = Broadcast. Nutzbar ist, was dazwischen liegt.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diesen vier Schritten löst ihr jede Aufgabe von heute – und jede, die euch draußen begegnet.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5/19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192.168.10.77 liegt in einem /26-Netz.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Netzadresse, erste und letzte nutzbare Adresse, Broadcast?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192.168.10.77 liegt in einem /26-Netz.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Netzadresse, erste und letzte nutzbare Adresse, Broadcast?</a:t>
            </a:r>
            <a:endParaRPr lang="en-US" sz="1300" dirty="0"/>
          </a:p>
        </p:txBody>
      </p:sp>
      <p:pic>
        <p:nvPicPr>
          <p:cNvPr id="9" name="Image 0" descr="/Users/jacobmenge/Desktop/kurs-unterlagen/folien/assets/diagramme/block-stra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8920"/>
            <a:ext cx="8010144" cy="11155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Nutzbar .65 bis .126 – der Blockanfang benennt das Netz, die letzte Adresse ruft alle.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Abteilung braucht Platz für 40 Geräte.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Präfix nehmt ihr – und warum nicht eins kleiner?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8/19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Abteilung braucht Platz für 40 Geräte.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Präfix nehmt ihr – und warum nicht eins kleiner?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8010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Hostbits: 2⁵ − 2 = 30 nutzbar → reicht nicht für 40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Hostbits: 2⁶ − 2 = 62 nutzbar → passt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 = 32 − 6 = /26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 die kleinste Blockgröße, die noch reicht – plus Blick auf morgen: Wächst die Abteilung?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9/19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172.16.4.130 liegt in einem /23-Netz.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und Broadcast? Vorsicht, hier reicht das letzte Oktett nicht.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10/19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172.16.4.130 liegt in einem /23-Netz.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und Broadcast? Vorsicht, hier reicht das letzte Oktett nicht.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8010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Hostbits → Blockgröße 512: das dritte Oktett spielt mit, in Zweierschritten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Netze: 172.16.0.0, 172.16.2.0, 172.16.4.0 … → .4.130 liegt in 172.16.4.0/23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nutzbar 172.16.4.1 bis 172.16.5.254 · Broadcast 172.16.5.255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Präfix unter /24 heißt: Der Block läuft über mehrere dritte Oktette hinweg.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Wem gehört 192.168?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ihr alle dieselbe private Adresse haben dürft – und der Blick auf IPv6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IHR ALLE DIESELBE ADRESSE HABEN DÜRFT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nat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private Bereiche gehören euch: 10.0.0.0/8 · 172.16.0.0/12 · 192.168.0.0/16 – im Internet werden sie nicht geroutet.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BLICK NACH VORN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in fünf Minuten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ipv6-aufbau-neu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Rechnen mehr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ist praktisch immer ein /64 – gerechnet wird beim Anbieter.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Broadcast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478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Gezielte Gruppenrufe statt Alle-Rufen – das Minus-zwei entfällt.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533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0533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NAT-Zwang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910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Adressen genug für alle – die Trennung übernimmt die Firewall.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13/19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Subnetz-Architekten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ihr plant das Netz der Müller GmbH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Müller GmbH zieht um. Ihr bekommt ein /24 und schneidet daraus die Abteilungsnetze – nur mit Stift, Papier und dem Rezept von eben.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01168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201168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Abteilung die Hostbits bestimmen – Formel: 2 hoch n minus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95728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zuerst: Präfixe wählen, Blöcke lückenlos schneiden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77977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7797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2779776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Planungstabelle füllen: Netz, erste, letzte, Broadcast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1638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163824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 im Online-Subnetzrechner – jede Zeile muss exakt passen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611880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581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045966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mit allen Zahlen:  jacobmenge.github.io/kurs-unterlagen/netzwerke/praxis-subnetting/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Gruppen zu dritt oder viert.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Öffnet den Link zur Kursseite jetzt – im Breakout-Raum seht ihr diese Folie nicht mehr.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laut und gemeinsam. Wer einen anderen Weg hat: sagen, nicht schweigen.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Online-Rechner ist der Schiedsrichter – aber erst nach eurer Rechnung, nicht statt ihr.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 Dann komme ich rein.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Sprecher wie gehabt. Jede Gruppe zeigt nachher ihre Planungstabelle.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15/19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Netzpläne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Lösungen, ein Vergleich – und die Probe aufs Exempel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gehen wir gemeinsam durch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37360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zeigt ihre Planungstabelle – kurz, nur die Eckwerte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21408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Vergleich: Wo unterscheiden sich die Pläne – und sind beide richtig?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05456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Probe: Passen alle Blöcke zusammen in das /24?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889504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übrig – und warum ist Reserve kein Fehler?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3273552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Schluss für alle: /26 – wie viele Geräte? Jetzt kann es jeder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8010144" cy="54864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794760"/>
            <a:ext cx="41148" cy="5486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41064"/>
            <a:ext cx="7607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mehrere richtige Pläne. Falsch ist nur, was sich überlappt oder nicht reicht.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16/19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mögliche Lösung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95728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10128" y="173736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 · nutzbar · Broadcast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029968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10312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(100)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95728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210312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192.168.10.0 · .1–.126 · .127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Gäste-WLAN (50)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192.168.10.128 · .129–.190 · .191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283464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 (20)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83464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192.168.10.192 · .193–.222 · .223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(10)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95728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320040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192.168.10.224 · .225–.238 · .239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6616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395728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356616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.240 bis .255 bleiben frei – Platz zum Wachsen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 vermeidet Lücken. Probe: 128 + 64 + 32 + 16 = 240 ≤ 256 – passt.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DES ABENDS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heute 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Maske zieht die Grenze zwischen Netzanteil und Hostanteil.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= 2 hoch Hostbits. Nutzbar = Blockgröße minus zwei.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benennt das Netz, Broadcast ruft alle – beide sind reserviert.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heißt 10er, 172.16er, 192.168er – NAT übersetzt am Router nach draußen.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nimmt euch das Rechnen ab – das Netz ist fast immer ein /64.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8010144" cy="96012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566160"/>
            <a:ext cx="41148" cy="9601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1246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 von heute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00246"/>
            <a:ext cx="7607808" cy="4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Oktett · Maske · Präfix (CIDR) · Netzanteil, Hostanteil · Blockgröße · Netzadresse, Broadcast · RFC-1918-Bereiche · NAT · Link-local. Die Begriffe begleiten euch bis zum Schluss – im Kurs wie in der Prüfung.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18/19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NACHARBEIT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Donnerstag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Angebote, keine Pflicht – Donnerstag machen wir das Netz fertig.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Nachrechnen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heute noch gestolpert ist: Auf der Seite „Adressierung“ stehen weitere Aufgaben mit Lösungsweg – zwei davon reichen.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Weiterlesen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wissen will, wie der Weg eines Aufrufs wirklich aussieht: „Praxis: github.com – die Spurensuche“ auf der Kursseite.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Donnerstag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Netzwerksicherheit kompakt – und zum Abschluss beantwortet ihr eine Frage, in der alles von heute steckt.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Donnerstag, 3. September, 18:00 Uhr – Teil zwei und das Finale.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Aufgaben, Lösungswege und die ganze Theorie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Donnerstag, 3. September · Routing, VLAN und Sicherheit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Adressierung und Subnetting</dc:title>
  <dc:subject>Abend 2 im Themenblock Planung, Konzeptionierung, Integration</dc:subject>
  <dc:creator>Jacob Menge</dc:creator>
  <cp:lastModifiedBy>Jacob Menge</cp:lastModifiedBy>
  <cp:revision>1</cp:revision>
  <dcterms:created xsi:type="dcterms:W3CDTF">2026-08-31T13:50:23Z</dcterms:created>
  <dcterms:modified xsi:type="dcterms:W3CDTF">2026-08-31T13:50:23Z</dcterms:modified>
</cp:coreProperties>
</file>