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 des Netzwerkblocks – am Ende beantwortet ihr die Frage vom ersten Abend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und DHCP, dann das Zonenmodell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Blockabschluss und Ausblick auf Montag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heißt es Virtualisierung – heute machen wir das Netz fertig.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Montag: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320040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200400"/>
            <a:ext cx="41148" cy="9144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Geräte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4845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 → 2⁵ = 32 Adressen, minus Netzadresse und Broadcast. Wer 32 gesagt hat: willkommen im Klub von Montag – jetzt sitzt 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outing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767328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767328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913632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neu: Kein Router kennt den ganzen Weg – jeder kennt nur seinen nächsten Schritt. Deshalb zeigt tracert eine Kette.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Montag: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es kommt beim Sicherheitsblock wieder und trägt jede Infrastrukturplanung.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Laut eurer Standortbestimmung sitzt beides – der Beweis in zwei Fragen.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 und hat noch keine Adresse. Welche vier Schritte laufen ab – in der richtigen Reihenfolge?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132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132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DNS-Eintrag, aber die halbe Welt sieht noch den alten. Welcher Mechanismus steckt dahinter?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– Offer – Request – Acknowledge. Das Gerät ruft ins Netz, der Server bietet an, das Gerät nimmt an, der Server bestätigt und verleast die Adresse.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132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und Caching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132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DNS-Eintrag trägt eine Lebensdauer. Resolver weltweit halten die alte Antwort, bis ihre TTL abläuft – deshalb dauert eine Umstellung Stunden, nicht Sekunden.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kommt im Betrieb ständig vor – und beides steht ausführlich auf der Kursseite.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75104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86000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968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596896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Montag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9077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907792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Montag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218688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186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Mittwochsfall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Montag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3736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12140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50545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88950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Montags-Fall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273552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Fälle, fünf Schichten – und jedes Mal hat die Checkliste den Weg gezeigt, nicht das Raten.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Abend bis heute: Modell, Adressen, Weg, Trennung – alles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Netzwerkblock euch gegeben hat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Zonenmodell seht ihr im Sicherheitsblock wieder.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bauen wir – der Netzwerkblock ist geschafft.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Hypervisor, virtuelle Maschinen, virtuelle Netze – und ihr startet eure erste eigene VM. Das Werkzeug dafür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braucht nur euren Rechner. Wer mag, liest vorab die Seite „Virtualisierung“ auf der Kursseite an – Pflicht ist das nicht.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Montags-Seiten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7. September, 18:00 Uhr – Virtualisierung.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Netzwerkblock: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zwei Übungen, eine beantwortete Leitfrage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· Virtualisierung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2026-08-31T13:49:51Z</dcterms:created>
  <dcterms:modified xsi:type="dcterms:W3CDTF">2026-08-31T13:49:51Z</dcterms:modified>
</cp:coreProperties>
</file>