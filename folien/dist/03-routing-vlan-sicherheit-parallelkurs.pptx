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zwei und Finale – am Ende beantwortet ihr die eine große Frage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Dienstag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und DHCP, dann das Zonenmodell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 – und zurück in euren Kursplan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geht es mit Philipp bei Docker weiter – mit dem Netz darunter im Rücken.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Dienstag: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320040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200400"/>
            <a:ext cx="41148" cy="9144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Geräte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4845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 → 2⁵ = 32 Adressen, minus Netzadresse und Broadcast. Wer 32 gesagt hat: willkommen im Klub von Dienstag – jetzt sitzt 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outing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767328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767328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913632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neu: Kein Router kennt den ganzen Weg – jeder kennt nur seinen nächsten Schritt. Deshalb zeigt tracert eine Kette.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Dienstag: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ihr seht es in jeder Firmenumgebung wieder, bis hinein in Container-Netze.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Fragen, die im Betrieb ständig auftauchen – erst raten, dann klicke 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 und hat noch keine Adresse. Welche vier Schritte laufen ab – in der richtigen Reihenfolge?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132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132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DNS-Eintrag, aber die halbe Welt sieht noch den alten. Welcher Mechanismus steckt dahinter?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– Offer – Request – Acknowledge. Das Gerät ruft ins Netz, der Server bietet an, das Gerät nimmt an, der Server bestätigt und verleast die Adresse.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132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und Caching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132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DNS-Eintrag trägt eine Lebensdauer. Resolver weltweit halten die alte Antwort, bis ihre TTL abläuft – deshalb dauert eine Umstellung Stunden, nicht Sekunden.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kommt im Betrieb ständig vor – und beides steht ausführlich auf der Kursseite.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75104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86000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968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596896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Dienstag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9077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907792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Dienstag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218688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186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Fall für heute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wie am Dienstag,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Dienstag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3736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12140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50545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88950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Dienstags-Fall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273552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Fälle, fünf Schichten – und jedes Mal hat die Checkliste den Weg gezeigt, nicht das Raten.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Schlussfrage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0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1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2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3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4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5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Modell, Adressen, Weg, Trennung – alles aus zwei Abenden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diese zwei Abende euch gegeben haben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Muster trägt bis in eure Container-Netze.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es weitergeht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in euren Kursplan – mit dem Netz im Rücken.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Philipp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steigt wieder in euren Docker-Faden ein – Container-Netze, Bridges und Port-Weitergaben lesen sich ab jetzt deutlich leichter.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Nachschlagen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Kursseite bleibt für euch offen: Theorie, beide Übungen samt Lösungen und die Aufgaben mit Lösungsweg.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Danke, dass ich zu Gast sein durfte – und gutes Bauen mit Docker!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 Netzwerk: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Rechnen, Wege, Trennung, Diagnose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geht es mit Philipp – Docker wartet.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2026-08-31T13:50:23Z</dcterms:created>
  <dcterms:modified xsi:type="dcterms:W3CDTF">2026-08-31T13:50:23Z</dcterms:modified>
</cp:coreProperties>
</file>