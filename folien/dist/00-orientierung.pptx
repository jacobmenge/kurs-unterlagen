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unterlagen/folien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KURSSTART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Herzlich willkommen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Geprüfter Berufsspezialist für Systemintegration und Vernetzung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Orientierungsabend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geht es noch nicht um Technik, sondern um euch, mich und den Weg bis zur Prüfung.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1975104"/>
            <a:ext cx="8266176" cy="26060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975104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572768" y="1975104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Ankommen, Technik-Check, Begrüßung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2235708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572768" y="2235708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bin ich – und wofür ihr mich ansprechen könnt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8912" y="2496312"/>
            <a:ext cx="8266176" cy="26060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496312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572768" y="2496312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Partner-Interview in Zweiergruppen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6928" y="2756916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18:40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572768" y="2756916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Vorstellungsrunde: ihr stellt euch gegenseitig vor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8912" y="3017520"/>
            <a:ext cx="8266176" cy="26060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3017520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19:10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572768" y="3017520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66928" y="3278124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572768" y="3278124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Weg bis zur Prüfung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8912" y="3538728"/>
            <a:ext cx="8266176" cy="26060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2" name="Text 20"/>
          <p:cNvSpPr/>
          <p:nvPr/>
        </p:nvSpPr>
        <p:spPr>
          <a:xfrm>
            <a:off x="566928" y="3538728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572768" y="3538728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wir zusammenarbeiten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6928" y="3799332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20:40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572768" y="3799332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Fragen und Ausblick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4123944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7" name="Text 25"/>
          <p:cNvSpPr/>
          <p:nvPr/>
        </p:nvSpPr>
        <p:spPr>
          <a:xfrm>
            <a:off x="749808" y="407822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 könnt ihr jederzeit dazwischen stellen – dafür ist der Abend da.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Orientierung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1/19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VORSTELLUNG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euch durch den Kurs begleitet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25780" y="1440180"/>
            <a:ext cx="2048256" cy="2048256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6" name="Image 0" descr="/Users/jacobmenge/Desktop/kurs-unterlagen/folien/assets/jacob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81328"/>
            <a:ext cx="1965960" cy="19659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88920" y="1371600"/>
            <a:ext cx="5760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Jacob Menge</a:t>
            </a:r>
            <a:endParaRPr lang="en-US" sz="2500" dirty="0"/>
          </a:p>
        </p:txBody>
      </p:sp>
      <p:sp>
        <p:nvSpPr>
          <p:cNvPr id="8" name="Text 5"/>
          <p:cNvSpPr/>
          <p:nvPr/>
        </p:nvSpPr>
        <p:spPr>
          <a:xfrm>
            <a:off x="2788920" y="184708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IT-Dozent · DevOps, Cloud und Linux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2788920" y="2267712"/>
            <a:ext cx="5760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Informatik studiert, davor Software-Entwicklung in der Forschung – am Alfred-Wegener-Institut und im KI-Transfer-Zentrum.</a:t>
            </a:r>
            <a:endParaRPr lang="en-US" sz="11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Seit 2023 in der IT-Weiterbildung, heute freiberuflich.</a:t>
            </a:r>
            <a:endParaRPr lang="en-US" sz="11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Schwerpunkte: AWS und Azure, Container, CI/CD und Linux.</a:t>
            </a:r>
            <a:endParaRPr lang="en-US" sz="11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AEVO-Ausbildereignung, AWS-zertifiziert, Erfahrung mit IHK-Prüfungen.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3913632"/>
            <a:ext cx="8010144" cy="58521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8"/>
          <p:cNvSpPr/>
          <p:nvPr/>
        </p:nvSpPr>
        <p:spPr>
          <a:xfrm>
            <a:off x="566928" y="3913632"/>
            <a:ext cx="41148" cy="5852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9"/>
          <p:cNvSpPr/>
          <p:nvPr/>
        </p:nvSpPr>
        <p:spPr>
          <a:xfrm>
            <a:off x="804672" y="4059936"/>
            <a:ext cx="7607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Neben der IT: Krav Maga, eine WG mit meinen besten Freunden – und kurze Videos über Themen, die mich faszinieren.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Orientierung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2/19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MEINE ROLLE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Wofür ihr mich ansprechen könnt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Ich unterrichte den fachlichen Schwerpunkt – die Spezialisierung Systemintegration und Vernetzung.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8745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8745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Fachlich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Netzwerke, Virtualisierung, Container, Betrieb, Monitoring und IT-Sicherheit. Fragt lieber einmal zu viel als zu wenig.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8745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8745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Zur Prüfung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drankommt, wie die Aufgaben aussehen, worauf ihr beim Lernen achten solltet und wie ihr euer Präsentationsthema findet.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8745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8745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hakt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ihr im Stoff hängt, etwas verpasst habt oder das Tempo nicht passt: sagt Bescheid. Ich kann nur nachsteuern, wenn ich es weiß.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Organisatorisches läuft über Cloudhelden – dazu später mehr.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Orientierung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3/19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wer seid ihr?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 im Gespräch zu zweit, dann stellt ihr euch gegenseitig vor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SCHRITT 1 · ETWA 15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Partner-Interview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Ich teile euch in Zweiergruppen auf. Interviewt euch gegenseitig – gleich stellt ihr die andere Person vor.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3895344" cy="1965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6596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Fragt euch zum Beispiel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41448"/>
            <a:ext cx="349300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bist du, und wo sitzt du gerade?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machst du beruflich?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 hattest du bisher mit IT, Servern oder Cloud zu tun?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machst du diesen Kurs – was soll danach anders sein?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1728" y="1975104"/>
            <a:ext cx="3895344" cy="1965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4681728" y="1975104"/>
            <a:ext cx="41148" cy="196596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49194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klappt 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19472" y="2441448"/>
            <a:ext cx="349300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Etwa 7 Minuten pro Person – wechselt nach der Hälfte.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Macht euch ein paar Stichpunkte, das hilft gleich beim Vorstellen.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Geht auch gern über die Fragen hinaus.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ungerader Zahl gibt es eine Dreiergruppe – dort stellt reihum jeder seinen linken Nachbarn vor.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Kennenlernen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4/19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SCHRITT 2 · ETWA 30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Vorstellungsrunde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Zurück im Plenum stellt jede Person ihren Interview-Partner vor – nicht sich selbst.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75104"/>
            <a:ext cx="80101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Rund 45 Sekunden pro Vorstellung – Name, Beruf, IT-Hintergrund, Ziel im Kurs.</a:t>
            </a:r>
            <a:endParaRPr lang="en-US" sz="14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vorgestellte Person darf danach kurz ergänzen oder richtigstellen.</a:t>
            </a:r>
            <a:endParaRPr lang="en-US" sz="14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gibt kein Falsch: Manche kommen aus der IT, andere steigen gerade erst ein.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66928" y="3401568"/>
            <a:ext cx="8010144" cy="98755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3401568"/>
            <a:ext cx="41148" cy="98755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3547872"/>
            <a:ext cx="7607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so herum?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04672" y="3849624"/>
            <a:ext cx="76078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Über jemand anderen zu sprechen ist leichter als über sich selbst – und wer zuhören muss, lernt sein Gegenüber wirklich kennen.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Kennenlernen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5/19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 führt das alles hin?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bis zur Prüfung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ABSCHLUSS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ihr am Ende in der Hand habt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bundesweit anerkannter IHK-Fortbildungsabschluss.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75104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DQR 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66928" y="2706624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Erste Stufe der höher-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qualifizierenden Berufsbildung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246120" y="1975104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400+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46120" y="2706624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Stunden Lernumfang laut Verordnung –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Kurs und Selbststudium zusammen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943600" y="1975104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5943600" y="2706624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Qualifikationsschwerpunkte,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in der Prüfung vorkommen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weist nach, dass ihr Systeme eigenständig planen, integrieren und betreiben könnt.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6/19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AUFBAU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Kurs besteht aus drei Teilen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davon unterrichtet eine andere Lehrkraft – ihr habt also nicht nur mich.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20116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201168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98448" y="2121408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Spezialisierung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298448" y="2459736"/>
            <a:ext cx="1627632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 und Integration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Laufender Betrieb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Qualität und IT-Sicherheit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machen wir zusammen.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10128" y="1975104"/>
            <a:ext cx="2523744" cy="20116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Shape 10"/>
          <p:cNvSpPr/>
          <p:nvPr/>
        </p:nvSpPr>
        <p:spPr>
          <a:xfrm>
            <a:off x="3310128" y="1975104"/>
            <a:ext cx="41148" cy="201168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3" name="Text 11"/>
          <p:cNvSpPr/>
          <p:nvPr/>
        </p:nvSpPr>
        <p:spPr>
          <a:xfrm>
            <a:off x="35478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041648" y="2121408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IT-Recht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041648" y="2459736"/>
            <a:ext cx="1627632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Organisatorische und rechtliche Vorgaben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Datenschutz, Verträge, Compliance.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53328" y="1975104"/>
            <a:ext cx="2523744" cy="20116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Shape 15"/>
          <p:cNvSpPr/>
          <p:nvPr/>
        </p:nvSpPr>
        <p:spPr>
          <a:xfrm>
            <a:off x="6053328" y="1975104"/>
            <a:ext cx="41148" cy="2011680"/>
          </a:xfrm>
          <a:prstGeom prst="rect">
            <a:avLst/>
          </a:prstGeom>
          <a:solidFill>
            <a:srgbClr val="A96D12"/>
          </a:solidFill>
          <a:ln/>
        </p:spPr>
      </p:sp>
      <p:sp>
        <p:nvSpPr>
          <p:cNvPr id="18" name="Text 16"/>
          <p:cNvSpPr/>
          <p:nvPr/>
        </p:nvSpPr>
        <p:spPr>
          <a:xfrm>
            <a:off x="62910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A96D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784848" y="2121408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Projektmanagement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784848" y="2459736"/>
            <a:ext cx="1627632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Projektunterstützung und -koordination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Planung, Kalkulation, Controlling.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der Prüfung kommen alle drei vor – auch Recht und Projektmanagement.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7/19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SPEZIALISIERUNG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 gemeinsamer Teil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Themen, die aufeinander aufbauen – vom Planen über das Betreiben bis zum Absichern.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98448" y="2121408"/>
            <a:ext cx="1627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Planen und integrieren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98448" y="2606040"/>
            <a:ext cx="16276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Netzwerke, Virtualisierung, Container, Architekturen, Speicher, Ressourcen und Lizenzen. Wie entsteht eine Infrastruktur?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Shape 10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3" name="Text 11"/>
          <p:cNvSpPr/>
          <p:nvPr/>
        </p:nvSpPr>
        <p:spPr>
          <a:xfrm>
            <a:off x="35478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041648" y="2121408"/>
            <a:ext cx="1627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Betrieb sicherstellen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41648" y="2606040"/>
            <a:ext cx="16276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Ausfallsicherheit, Backup und Wiederanlauf, Monitoring, Betriebsdaten, Softwareverteilung und Orchestrierung.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Shape 15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A96D12"/>
          </a:solidFill>
          <a:ln/>
        </p:spPr>
      </p:sp>
      <p:sp>
        <p:nvSpPr>
          <p:cNvPr id="18" name="Text 16"/>
          <p:cNvSpPr/>
          <p:nvPr/>
        </p:nvSpPr>
        <p:spPr>
          <a:xfrm>
            <a:off x="62910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A96D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784848" y="2121408"/>
            <a:ext cx="1627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Qualität und Sicherheit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784848" y="2606040"/>
            <a:ext cx="16276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Risiken bewerten, Sicherheitskonzepte, Umgang mit Vorfällen, Tests, Optimierung und die Übergabe an Anwender.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Viel davon üben wir praktisch – an echten Systemen, nicht nur auf Folien.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8/19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ZEITPLAN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grobe Fahrplan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genaue Themenplan entsteht unterwegs – der Rahmen steht aber schon: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170432" y="2697480"/>
            <a:ext cx="6803136" cy="0"/>
          </a:xfrm>
          <a:prstGeom prst="line">
            <a:avLst/>
          </a:prstGeom>
          <a:noFill/>
          <a:ln w="25400">
            <a:solidFill>
              <a:srgbClr val="DFE3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2708" y="2619756"/>
            <a:ext cx="155448" cy="155448"/>
          </a:xfrm>
          <a:prstGeom prst="ellipse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2148840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" y="2862072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Grundlagen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453335" y="2619756"/>
            <a:ext cx="155448" cy="155448"/>
          </a:xfrm>
          <a:prstGeom prst="ellipse">
            <a:avLst/>
          </a:prstGeom>
          <a:solidFill>
            <a:srgbClr val="3843AF"/>
          </a:solidFill>
          <a:ln/>
        </p:spPr>
      </p:sp>
      <p:sp>
        <p:nvSpPr>
          <p:cNvPr id="11" name="Text 9"/>
          <p:cNvSpPr/>
          <p:nvPr/>
        </p:nvSpPr>
        <p:spPr>
          <a:xfrm>
            <a:off x="1927555" y="2148840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927555" y="2862072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 und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813962" y="2619756"/>
            <a:ext cx="155448" cy="155448"/>
          </a:xfrm>
          <a:prstGeom prst="ellipse">
            <a:avLst/>
          </a:prstGeom>
          <a:solidFill>
            <a:srgbClr val="3843AF"/>
          </a:solidFill>
          <a:ln/>
        </p:spPr>
      </p:sp>
      <p:sp>
        <p:nvSpPr>
          <p:cNvPr id="14" name="Text 12"/>
          <p:cNvSpPr/>
          <p:nvPr/>
        </p:nvSpPr>
        <p:spPr>
          <a:xfrm>
            <a:off x="3288182" y="2148840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2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288182" y="2862072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Laufender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Betrieb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174590" y="2619756"/>
            <a:ext cx="155448" cy="155448"/>
          </a:xfrm>
          <a:prstGeom prst="ellipse">
            <a:avLst/>
          </a:prstGeom>
          <a:solidFill>
            <a:srgbClr val="3843AF"/>
          </a:solidFill>
          <a:ln/>
        </p:spPr>
      </p:sp>
      <p:sp>
        <p:nvSpPr>
          <p:cNvPr id="17" name="Text 15"/>
          <p:cNvSpPr/>
          <p:nvPr/>
        </p:nvSpPr>
        <p:spPr>
          <a:xfrm>
            <a:off x="4648810" y="2148840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3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648810" y="2862072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Qualität und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Sicherheit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535217" y="2619756"/>
            <a:ext cx="155448" cy="155448"/>
          </a:xfrm>
          <a:prstGeom prst="ellipse">
            <a:avLst/>
          </a:prstGeom>
          <a:solidFill>
            <a:srgbClr val="3843AF"/>
          </a:solidFill>
          <a:ln/>
        </p:spPr>
      </p:sp>
      <p:sp>
        <p:nvSpPr>
          <p:cNvPr id="20" name="Text 18"/>
          <p:cNvSpPr/>
          <p:nvPr/>
        </p:nvSpPr>
        <p:spPr>
          <a:xfrm>
            <a:off x="6009437" y="2148840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RECHT+PM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009437" y="2862072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andere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Lehrkraft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895844" y="2619756"/>
            <a:ext cx="155448" cy="155448"/>
          </a:xfrm>
          <a:prstGeom prst="ellipse">
            <a:avLst/>
          </a:prstGeom>
          <a:solidFill>
            <a:srgbClr val="B33A3A"/>
          </a:solidFill>
          <a:ln/>
        </p:spPr>
      </p:sp>
      <p:sp>
        <p:nvSpPr>
          <p:cNvPr id="23" name="Text 21"/>
          <p:cNvSpPr/>
          <p:nvPr/>
        </p:nvSpPr>
        <p:spPr>
          <a:xfrm>
            <a:off x="7370064" y="2148840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PRÜFUNG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370064" y="2862072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schriftlich,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danach mündlich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66928" y="3749040"/>
            <a:ext cx="8010144" cy="6400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6" name="Shape 24"/>
          <p:cNvSpPr/>
          <p:nvPr/>
        </p:nvSpPr>
        <p:spPr>
          <a:xfrm>
            <a:off x="566928" y="3749040"/>
            <a:ext cx="41148" cy="64008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27" name="Text 25"/>
          <p:cNvSpPr/>
          <p:nvPr/>
        </p:nvSpPr>
        <p:spPr>
          <a:xfrm>
            <a:off x="804672" y="3895344"/>
            <a:ext cx="760780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 der schriftlichen Prüfung gibt es zusätzlich eine freiwillige, intensive Prüfungsvorbereitung. Die Teilnahme lohnt sich.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9/19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Womit ihr arbeiten werdet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Werkzeuge, die euch im Kurs begegnen – ihr müsst nichts davon vorher können.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385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Planung &amp; Integration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231136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pic>
        <p:nvPicPr>
          <p:cNvPr id="8" name="Image 0" descr="/Users/jacobmenge/Desktop/kurs-unterlagen/folien/assets/icons/wireshark-1679A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2304288"/>
            <a:ext cx="237744" cy="23774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42416" y="223113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Netzwerk-Werkzeuge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715768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pic>
        <p:nvPicPr>
          <p:cNvPr id="11" name="Image 1" descr="/Users/jacobmenge/Desktop/kurs-unterlagen/folien/assets/icons/ubuntu-E9542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2788920"/>
            <a:ext cx="237744" cy="23774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42416" y="2715768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Linux &amp; Multipass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66928" y="3200400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pic>
        <p:nvPicPr>
          <p:cNvPr id="14" name="Image 2" descr="/Users/jacobmenge/Desktop/kurs-unterlagen/folien/assets/icons/docker-2496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3273552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042416" y="3200400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&amp; Compose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566928" y="3685032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pic>
        <p:nvPicPr>
          <p:cNvPr id="17" name="Image 3" descr="/Users/jacobmenge/Desktop/kurs-unterlagen/folien/assets/icons/mqtt-66006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3758184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042416" y="3685032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MQTT &amp; IoT-Protokolle</a:t>
            </a:r>
            <a:endParaRPr lang="en-US" sz="1150" dirty="0"/>
          </a:p>
        </p:txBody>
      </p:sp>
      <p:sp>
        <p:nvSpPr>
          <p:cNvPr id="19" name="Text 13"/>
          <p:cNvSpPr/>
          <p:nvPr/>
        </p:nvSpPr>
        <p:spPr>
          <a:xfrm>
            <a:off x="3291840" y="19385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2 · Laufender Betrieb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3291840" y="2231136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pic>
        <p:nvPicPr>
          <p:cNvPr id="21" name="Image 4" descr="/Users/jacobmenge/Desktop/kurs-unterlagen/folien/assets/icons/kubernetes-326CE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19856" y="2304288"/>
            <a:ext cx="237744" cy="237744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3767328" y="223113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Kubernetes &amp; Helm</a:t>
            </a:r>
            <a:endParaRPr lang="en-US" sz="1150" dirty="0"/>
          </a:p>
        </p:txBody>
      </p:sp>
      <p:sp>
        <p:nvSpPr>
          <p:cNvPr id="23" name="Shape 16"/>
          <p:cNvSpPr/>
          <p:nvPr/>
        </p:nvSpPr>
        <p:spPr>
          <a:xfrm>
            <a:off x="3291840" y="2715768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pic>
        <p:nvPicPr>
          <p:cNvPr id="24" name="Image 5" descr="/Users/jacobmenge/Desktop/kurs-unterlagen/folien/assets/icons/terraform-844FB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19856" y="2788920"/>
            <a:ext cx="237744" cy="237744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3767328" y="2715768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</a:t>
            </a:r>
            <a:endParaRPr lang="en-US" sz="1150" dirty="0"/>
          </a:p>
        </p:txBody>
      </p:sp>
      <p:sp>
        <p:nvSpPr>
          <p:cNvPr id="26" name="Shape 18"/>
          <p:cNvSpPr/>
          <p:nvPr/>
        </p:nvSpPr>
        <p:spPr>
          <a:xfrm>
            <a:off x="3291840" y="3200400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pic>
        <p:nvPicPr>
          <p:cNvPr id="27" name="Image 6" descr="/Users/jacobmenge/Desktop/kurs-unterlagen/folien/assets/icons/grafana-F46800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19856" y="3273552"/>
            <a:ext cx="237744" cy="237744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3767328" y="3200400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 &amp; Grafana</a:t>
            </a:r>
            <a:endParaRPr lang="en-US" sz="1150" dirty="0"/>
          </a:p>
        </p:txBody>
      </p:sp>
      <p:sp>
        <p:nvSpPr>
          <p:cNvPr id="29" name="Shape 20"/>
          <p:cNvSpPr/>
          <p:nvPr/>
        </p:nvSpPr>
        <p:spPr>
          <a:xfrm>
            <a:off x="3291840" y="3685032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pic>
        <p:nvPicPr>
          <p:cNvPr id="30" name="Image 7" descr="/Users/jacobmenge/Desktop/kurs-unterlagen/folien/assets/icons/githubactions-2088FF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19856" y="3758184"/>
            <a:ext cx="237744" cy="237744"/>
          </a:xfrm>
          <a:prstGeom prst="rect">
            <a:avLst/>
          </a:prstGeom>
        </p:spPr>
      </p:pic>
      <p:sp>
        <p:nvSpPr>
          <p:cNvPr id="31" name="Text 21"/>
          <p:cNvSpPr/>
          <p:nvPr/>
        </p:nvSpPr>
        <p:spPr>
          <a:xfrm>
            <a:off x="3767328" y="3685032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&amp; GitHub Actions</a:t>
            </a:r>
            <a:endParaRPr lang="en-US" sz="1150" dirty="0"/>
          </a:p>
        </p:txBody>
      </p:sp>
      <p:sp>
        <p:nvSpPr>
          <p:cNvPr id="32" name="Text 22"/>
          <p:cNvSpPr/>
          <p:nvPr/>
        </p:nvSpPr>
        <p:spPr>
          <a:xfrm>
            <a:off x="6016752" y="19385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3 · Qualität &amp; Sicherheit</a:t>
            </a:r>
            <a:endParaRPr lang="en-US" sz="1100" dirty="0"/>
          </a:p>
        </p:txBody>
      </p:sp>
      <p:sp>
        <p:nvSpPr>
          <p:cNvPr id="33" name="Shape 23"/>
          <p:cNvSpPr/>
          <p:nvPr/>
        </p:nvSpPr>
        <p:spPr>
          <a:xfrm>
            <a:off x="6016752" y="2231136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pic>
        <p:nvPicPr>
          <p:cNvPr id="34" name="Image 8" descr="/Users/jacobmenge/Desktop/kurs-unterlagen/folien/assets/icons/trivy-1904DA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44768" y="2304288"/>
            <a:ext cx="237744" cy="237744"/>
          </a:xfrm>
          <a:prstGeom prst="rect">
            <a:avLst/>
          </a:prstGeom>
        </p:spPr>
      </p:pic>
      <p:sp>
        <p:nvSpPr>
          <p:cNvPr id="35" name="Text 24"/>
          <p:cNvSpPr/>
          <p:nvPr/>
        </p:nvSpPr>
        <p:spPr>
          <a:xfrm>
            <a:off x="6492240" y="223113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Trivy Image-Scanner</a:t>
            </a:r>
            <a:endParaRPr lang="en-US" sz="1150" dirty="0"/>
          </a:p>
        </p:txBody>
      </p:sp>
      <p:sp>
        <p:nvSpPr>
          <p:cNvPr id="36" name="Shape 25"/>
          <p:cNvSpPr/>
          <p:nvPr/>
        </p:nvSpPr>
        <p:spPr>
          <a:xfrm>
            <a:off x="6016752" y="2715768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sp>
        <p:nvSpPr>
          <p:cNvPr id="37" name="Text 26"/>
          <p:cNvSpPr/>
          <p:nvPr/>
        </p:nvSpPr>
        <p:spPr>
          <a:xfrm>
            <a:off x="6181344" y="2715768"/>
            <a:ext cx="230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Testverfahren &amp; Testpläne</a:t>
            </a:r>
            <a:endParaRPr lang="en-US" sz="1150" dirty="0"/>
          </a:p>
        </p:txBody>
      </p:sp>
      <p:sp>
        <p:nvSpPr>
          <p:cNvPr id="38" name="Shape 27"/>
          <p:cNvSpPr/>
          <p:nvPr/>
        </p:nvSpPr>
        <p:spPr>
          <a:xfrm>
            <a:off x="6016752" y="3200400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181344" y="3200400"/>
            <a:ext cx="230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Risikoanalyse</a:t>
            </a:r>
            <a:endParaRPr lang="en-US" sz="1150" dirty="0"/>
          </a:p>
        </p:txBody>
      </p:sp>
      <p:sp>
        <p:nvSpPr>
          <p:cNvPr id="40" name="Shape 29"/>
          <p:cNvSpPr/>
          <p:nvPr/>
        </p:nvSpPr>
        <p:spPr>
          <a:xfrm>
            <a:off x="6016752" y="3685032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6181344" y="3685032"/>
            <a:ext cx="230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Fallübungen &amp; Simulationen</a:t>
            </a:r>
            <a:endParaRPr lang="en-US" sz="1150" dirty="0"/>
          </a:p>
        </p:txBody>
      </p:sp>
      <p:sp>
        <p:nvSpPr>
          <p:cNvPr id="42" name="Shape 31"/>
          <p:cNvSpPr/>
          <p:nvPr/>
        </p:nvSpPr>
        <p:spPr>
          <a:xfrm>
            <a:off x="566928" y="4288536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3" name="Text 32"/>
          <p:cNvSpPr/>
          <p:nvPr/>
        </p:nvSpPr>
        <p:spPr>
          <a:xfrm>
            <a:off x="749808" y="424281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Dazu AWS-Cloud-Übungen über euren Pluralsight-Zugang. Alles wird gemeinsam eingerichtet.</a:t>
            </a:r>
            <a:endParaRPr lang="en-US" sz="1200" dirty="0"/>
          </a:p>
        </p:txBody>
      </p:sp>
      <p:sp>
        <p:nvSpPr>
          <p:cNvPr id="44" name="Shape 3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46" name="Text 3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10/19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PLURALSIGHT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zum Anfassen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bekommt einen Zugang zu Pluralsight – dort arbeitet ihr in echten Cloud-Umgebungen.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3895344" cy="18470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847088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8" name="Image 0" descr="/Users/jacobmenge/Desktop/kurs-unterlagen/folien/assets/icons/pluralsight-F15B2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41648" y="2103120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046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das ist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04672" y="2441448"/>
            <a:ext cx="34930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Lernplattform mit geführten Übungen in einer echten Cloud-Umgebung.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bekommt einen Zugang gestellt und arbeitet dort in eurem Tempo.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681728" y="1975104"/>
            <a:ext cx="3895344" cy="18470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Shape 9"/>
          <p:cNvSpPr/>
          <p:nvPr/>
        </p:nvSpPr>
        <p:spPr>
          <a:xfrm>
            <a:off x="4681728" y="1975104"/>
            <a:ext cx="41148" cy="184708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3" name="Text 10"/>
          <p:cNvSpPr/>
          <p:nvPr/>
        </p:nvSpPr>
        <p:spPr>
          <a:xfrm>
            <a:off x="49194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Wofür wir es nutzen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919472" y="2441448"/>
            <a:ext cx="34930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und andere Cloud-Dienste ausprobieren, ohne eigenes Konto und ohne Kostenrisiko.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Ideal für Themen, die auf dem eigenen Rechner nicht funktionieren.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3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Zugangsdaten bekommt ihr über Cloudhelden.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11/19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PRÜFUNGSFORMAT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schriftliche Prüfung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Keine Wissensabfrage, sondern ein Fall aus dem Betrieb, den ihr durchdenkt und löst.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75104"/>
            <a:ext cx="801014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Grundlage ist die Beschreibung einer betrieblichen Situation.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Daraus zwei Aufgaben – je mindestens 90 Minuten, zusammen höchstens 240.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Aufgabe berührt alle fünf Schwerpunkte, auch Recht und Projektmanagement.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entwickelt eigene Lösungen und begründet sie. Selten gibt es nur einen richtigen Weg.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3675888"/>
            <a:ext cx="8010144" cy="7132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3675888"/>
            <a:ext cx="41148" cy="7132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3822192"/>
            <a:ext cx="760780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Deshalb arbeiten wir im Kurs viel mit Szenarien: „Ein Betrieb hat folgendes Problem – was schlagt ihr vor, und warum?"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12/19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PRÜFUNGSFORMAT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mündliche Prüfung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Sie besteht aus zwei Teilen und folgt auf die schriftliche Prüfung.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3895344" cy="18470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84708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Präsentation · max. 15 Min.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41448"/>
            <a:ext cx="34930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wählt ihr selbst.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muss alle fünf Schwerpunkte berühren.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Einzureichen spätestens am Tag der schriftlichen Prüfung.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1728" y="1975104"/>
            <a:ext cx="3895344" cy="18470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4681728" y="1975104"/>
            <a:ext cx="41148" cy="184708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49194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Fachgespräch · max. 30 Min.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19472" y="2441448"/>
            <a:ext cx="34930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Direkt im Anschluss.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 zu Hintergründen, Vorgehen und euren Vorschlägen.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Zählt doppelt so stark wie die Präsentation.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 suchen euer Präsentationsthema rechtzeitig gemeinsam.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13/19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BEWERTUNG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zum Bestehen zählt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einzelne Leistung braucht mindestens 50 von 100 Punkten.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75104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66928" y="2706624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Einzelleistungen: zwei schriftliche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Aufgaben, Präsentation, Fachgespräch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788920" y="1975104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2788920" y="2706624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Punkte Mindestmaß –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jeder Leistung einzeln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029200" y="1975104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50/50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5029200" y="2706624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Gewichtung von schriftlicher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mündlicher Prüfung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269480" y="1975104"/>
            <a:ext cx="1307592" cy="13716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3" name="Shape 11"/>
          <p:cNvSpPr/>
          <p:nvPr/>
        </p:nvSpPr>
        <p:spPr>
          <a:xfrm>
            <a:off x="7269480" y="1975104"/>
            <a:ext cx="41148" cy="1371600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14" name="Text 12"/>
          <p:cNvSpPr/>
          <p:nvPr/>
        </p:nvSpPr>
        <p:spPr>
          <a:xfrm>
            <a:off x="7507224" y="2121408"/>
            <a:ext cx="90525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starkes Ergebnis gleicht ein schwaches nicht aus.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Liegt genau eine schriftliche Aufgabe knapp darunter, gibt es eine mündliche Ergänzungsprüfung.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14/19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wir zusammenarbeiten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paar Absprachen für die nächsten Monate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KURSREGELN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Rahmen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536192"/>
            <a:ext cx="8010144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über Google Meet – den Link findet ihr im Kursdashboard der Akademie.</a:t>
            </a:r>
            <a:endParaRPr lang="en-US" sz="14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Unterricht wird nicht aufgezeichnet – seid also möglichst dabei.</a:t>
            </a:r>
            <a:endParaRPr lang="en-US" sz="14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Für das Aufstiegs-BAföG braucht ihr eine Teilnahmequote von über 70 Prozent.</a:t>
            </a:r>
            <a:endParaRPr lang="en-US" sz="14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müsst euch nicht abmelden – behaltet nur eure Quote im Blick.</a:t>
            </a:r>
            <a:endParaRPr lang="en-US" sz="14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 sind ausdrücklich erwünscht, und wir gehen respektvoll miteinander um.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3913632"/>
            <a:ext cx="8010144" cy="4572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913632"/>
            <a:ext cx="41148" cy="457200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8" name="Image 0" descr="/Users/jacobmenge/Desktop/kurs-unterlagen/folien/assets/icons/googlemeet-00897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1312" y="4041648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04672" y="4059936"/>
            <a:ext cx="760780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ich einmal ausfalle, erfahrt ihr das rechtzeitig über Cloudhelden.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Zusammenarbeit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15/19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MITEINANDER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Bitten an euch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3895344" cy="248716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572768"/>
            <a:ext cx="41148" cy="248716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19072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Kamera an, wenn es geht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039112"/>
            <a:ext cx="3493008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zu unterrichten ist wie ein Vortrag in einen dunklen Raum, wenn niemand zu sehen ist.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Ich sehe an euren Gesichtern, ob etwas angekommen ist – und kann sonst nicht nachsteuern.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mal nicht passt: auch okay.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81728" y="1572768"/>
            <a:ext cx="3895344" cy="248716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Shape 8"/>
          <p:cNvSpPr/>
          <p:nvPr/>
        </p:nvSpPr>
        <p:spPr>
          <a:xfrm>
            <a:off x="4681728" y="1572768"/>
            <a:ext cx="41148" cy="248716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1" name="Text 9"/>
          <p:cNvSpPr/>
          <p:nvPr/>
        </p:nvSpPr>
        <p:spPr>
          <a:xfrm>
            <a:off x="4919472" y="1719072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Meldet euch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19472" y="2039112"/>
            <a:ext cx="3493008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Unterbrecht mich, wenn etwas unklar ist. Wer fragt, hilft meist der halben Gruppe mit.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Nutzt gern den Chat, wenn euch das leichter fällt.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„Ich hab's nicht verstanden" ist ein vollständiger Satz.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Zusammenarbeit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16/19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MATERIALIEN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Womit ihr lernt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2523744" cy="21488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572768"/>
            <a:ext cx="41148" cy="21488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664208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298448" y="1719072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Folien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298448" y="2057400"/>
            <a:ext cx="1627632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Führen durch den Kursabend – ihr findet sie danach in der Akademie zum Nacharbeiten.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10128" y="1572768"/>
            <a:ext cx="2523744" cy="21488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572768"/>
            <a:ext cx="41148" cy="2148840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12" name="Image 0" descr="/Users/jacobmenge/Desktop/kurs-unterlagen/folien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3248" y="1700784"/>
            <a:ext cx="274320" cy="27432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3547872" y="1664208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4041648" y="1719072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Akademie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4041648" y="2057400"/>
            <a:ext cx="1627632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zentrale Lernplattform: Lernmodule zum Selbstlernen mit Quiz und Labs – alles zum Vertiefen an einem Ort.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053328" y="1572768"/>
            <a:ext cx="2523744" cy="21488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Shape 14"/>
          <p:cNvSpPr/>
          <p:nvPr/>
        </p:nvSpPr>
        <p:spPr>
          <a:xfrm>
            <a:off x="6053328" y="1572768"/>
            <a:ext cx="41148" cy="2148840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18" name="Image 1" descr="/Users/jacobmenge/Desktop/kurs-unterlagen/folien/assets/icons/pluralsight-F15B2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6448" y="1700784"/>
            <a:ext cx="274320" cy="27432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6291072" y="1664208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6"/>
          <p:cNvSpPr/>
          <p:nvPr/>
        </p:nvSpPr>
        <p:spPr>
          <a:xfrm>
            <a:off x="6784848" y="1719072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Pluralsight</a:t>
            </a:r>
            <a:endParaRPr lang="en-US" sz="1250" dirty="0"/>
          </a:p>
        </p:txBody>
      </p:sp>
      <p:sp>
        <p:nvSpPr>
          <p:cNvPr id="21" name="Text 17"/>
          <p:cNvSpPr/>
          <p:nvPr/>
        </p:nvSpPr>
        <p:spPr>
          <a:xfrm>
            <a:off x="6784848" y="2057400"/>
            <a:ext cx="1627632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Geführte Übungen in echten Cloud-Umgebungen. Den Zugang bekommt ihr gestellt.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3" name="Text 19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läuft über akademie.cloudhelden.org – dort ist auch der Meeting-Link.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Zusammenarbeit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17/19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KONTAKT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etwas ist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Wege – je nachdem, worum es geht: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3895344" cy="18470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84708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Fachliche Fragen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41448"/>
            <a:ext cx="34930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mich, am besten direkt im Unterricht.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 haben zweimal pro Woche Zeit – nutzt sie.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1728" y="1975104"/>
            <a:ext cx="3895344" cy="18470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4681728" y="1975104"/>
            <a:ext cx="41148" cy="184708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49194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Organisatorische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19472" y="2441448"/>
            <a:ext cx="34930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beratung@cloudhelden.org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Zugänge, Termine, BAföG, Prüfungsanmeldung, persönliche Anliegen.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Schreibt lieber einmal zu früh als zu spät – gerade bei Formalien.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Zusammenarbeit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18/19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Beim nächsten Mal geht es richtig los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0"/>
            <a:ext cx="8010144" cy="105156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554480"/>
            <a:ext cx="41148" cy="105156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00784"/>
            <a:ext cx="7607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 starten mit dem Fundament: Netzwerke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039112"/>
            <a:ext cx="760780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Netzwerk kein Server, keine Cloud, kein Container. Deshalb fangen wir dort an – und bauen darauf alles Weitere auf.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2880360"/>
            <a:ext cx="80101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Bringt nichts weiter mit als euren Rechner.</a:t>
            </a:r>
            <a:endParaRPr lang="en-US" sz="13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installieren wir gemeinsam, wenn wir sie brauchen.</a:t>
            </a:r>
            <a:endParaRPr lang="en-US" sz="13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mag, schaut vorher in die Lernmodule in der Akademie – Pflicht ist das nicht.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Zusammenarbeit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19/19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möchtet ihr noch wissen?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darf gefragt werden – zum Kurs, zur Prüfung, zu mir.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Schön, dass ihr da seid.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Orientierung – Systemintegration und Vernetzung</dc:title>
  <dc:subject>Kursstart, Weg bis zur Prüfung, Kennenlernen</dc:subject>
  <dc:creator>Jacob Menge</dc:creator>
  <cp:lastModifiedBy>Jacob Menge</cp:lastModifiedBy>
  <cp:revision>1</cp:revision>
  <dcterms:created xsi:type="dcterms:W3CDTF">2026-08-24T14:53:20Z</dcterms:created>
  <dcterms:modified xsi:type="dcterms:W3CDTF">2026-08-24T14:53:20Z</dcterms:modified>
</cp:coreProperties>
</file>