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Herzlich willkommen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Geprüfter Berufsspezialist für Systemintegration und Vernetzung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Orientierungsabend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Heute geht es noch nicht um Technik, sondern um euch, mich und den Weg bis zur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75104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7510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572768" y="197510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Ankommen, Technik-Check, Begrüßung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223570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572768" y="223570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bin ich – und wofür ihr mich ansprechen könnt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" y="2496312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9631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572768" y="249631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 in Zweiergruppen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" y="2756916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18:40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572768" y="2756916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Vorstellungsrunde: ihr stellt euch gegenseitig vor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" y="3017520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17520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572768" y="3017520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" y="3278124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572768" y="3278124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Euer Weg bis zur Prüfung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38912" y="3538728"/>
            <a:ext cx="8266176" cy="26060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2" name="Text 20"/>
          <p:cNvSpPr/>
          <p:nvPr/>
        </p:nvSpPr>
        <p:spPr>
          <a:xfrm>
            <a:off x="566928" y="3538728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72768" y="3538728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66928" y="3799332"/>
            <a:ext cx="1005840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20:40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572768" y="3799332"/>
            <a:ext cx="7004304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Fragen und Ausblick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123944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7" name="Text 25"/>
          <p:cNvSpPr/>
          <p:nvPr/>
        </p:nvSpPr>
        <p:spPr>
          <a:xfrm>
            <a:off x="749808" y="407822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könnt ihr jederzeit dazwischen stellen – dafür ist der Abend da.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1/19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VORSTELLUNG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euch durch den Kurs begleitet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25780" y="1440180"/>
            <a:ext cx="2048256" cy="2048256"/>
          </a:xfrm>
          <a:prstGeom prst="rect">
            <a:avLst/>
          </a:prstGeom>
          <a:solidFill>
            <a:srgbClr val="3843AF"/>
          </a:solidFill>
          <a:ln/>
        </p:spPr>
      </p:sp>
      <p:pic>
        <p:nvPicPr>
          <p:cNvPr id="6" name="Image 0" descr="/Users/jacobmenge/Desktop/kurs-unterlagen/folien/assets/jacob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1965960" cy="19659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88920" y="137160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Jacob Menge</a:t>
            </a:r>
            <a:endParaRPr lang="en-US" sz="2500" dirty="0"/>
          </a:p>
        </p:txBody>
      </p:sp>
      <p:sp>
        <p:nvSpPr>
          <p:cNvPr id="8" name="Text 5"/>
          <p:cNvSpPr/>
          <p:nvPr/>
        </p:nvSpPr>
        <p:spPr>
          <a:xfrm>
            <a:off x="2788920" y="18470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IT-Dozent · DevOps, Cloud und Linux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788920" y="2267712"/>
            <a:ext cx="5760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Informatik studiert, davor Software-Entwicklung in der Forschung – am Alfred-Wegener-Institut und im KI-Transfer-Zentrum.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Seit 2023 in der IT-Weiterbildung, heute freiberuflich.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Schwerpunkte: AWS und Azure, Container, CI/CD und Linux.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AEVO-Ausbildereignung, AWS-zertifiziert, Erfahrung mit IHK-Prüfungen.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13632"/>
            <a:ext cx="8010144" cy="58521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8"/>
          <p:cNvSpPr/>
          <p:nvPr/>
        </p:nvSpPr>
        <p:spPr>
          <a:xfrm>
            <a:off x="566928" y="3913632"/>
            <a:ext cx="41148" cy="5852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9"/>
          <p:cNvSpPr/>
          <p:nvPr/>
        </p:nvSpPr>
        <p:spPr>
          <a:xfrm>
            <a:off x="804672" y="4059936"/>
            <a:ext cx="7607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 der IT: Krav Maga, eine WG mit meinen besten Freunden – und kurze Videos über Themen, die mich faszinieren.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2/19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MEINE ROLLE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ihr mich ansprechen könnt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unterrichte den fachlichen Schwerpunkt – die Spezialisierung Systemintegration und Vernetzung.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Betrieb, Monitoring und IT-Sicherheit. Fragt lieber einmal zu viel als zu wenig.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 Prüfung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drankommt, wie die Aufgaben aussehen, worauf ihr beim Lernen achten solltet und wie ihr euer Präsentationsthema findet.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8745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87452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hakt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ihr im Stoff hängt, etwas verpasst habt oder das Tempo nicht passt: sagt Bescheid. Ich kann nur nachsteuern, wenn ich es weiß.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Organisatorisches läuft über Cloudhelden – dazu später mehr.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Orientierung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3/19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wer seid ihr?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 im Gespräch zu zweit, dann stellt ihr euch gegenseitig vor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1 · ETWA 15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Partner-Interview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teile euch in Zweiergruppen auf. Interviewt euch gegenseitig – gleich stellt ihr die andere Person vor.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Fragt euch zum Beispiel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bist du, und wo sitzt du gerade?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machst du beruflich?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 hattest du bisher mit IT, Servern oder Cloud zu tun?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machst du diesen Kurs – was soll danach anders sein?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klappt 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Etwa 7 Minuten pro Person – wechselt nach der Hälfte.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Macht euch ein paar Stichpunkte, das hilft gleich beim Vorstellen.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Geht auch gern über die Fragen hinaus.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ungerader Zahl gibt es eine Dreiergruppe – dort stellt reihum jeder seinen linken Nachbarn vor.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4/19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SCHRITT 2 · ETWA 30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Vorstellungsrunde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Zurück im Plenum stellt jede Person ihren Interview-Partner vor – nicht sich selbst.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Rund 45 Sekunden pro Vorstellung – Name, Beruf, IT-Hintergrund, Ziel im Kurs.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vorgestellte Person darf danach kurz ergänzen oder richtigstellen.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gibt kein Falsch: Manche kommen aus der IT, andere steigen gerade erst ein.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66928" y="3401568"/>
            <a:ext cx="8010144" cy="98755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401568"/>
            <a:ext cx="41148" cy="98755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547872"/>
            <a:ext cx="7607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so herum?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" y="3849624"/>
            <a:ext cx="76078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 jemand anderen zu sprechen ist leichter als über sich selbst – und wer zuhören muss, lernt sein Gegenüber wirklich kennen.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Kennenlernen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5/19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 führt das alles hin?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bis zur Prüfung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ABSCHLUSS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ihr am Ende in der Hand habt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bundesweit anerkannter IHK-Fortbildungsabschluss.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DQR 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Erste Stufe der höher-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qualifizierenden Berufsbildung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246120" y="1975104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400+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2706624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Stunden Lernumfang laut Verordnung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 und Selbststudium zusammen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0" y="197510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5943600" y="2706624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Qualifikationsschwerpunkte,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in der Prüfung vorkommen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3" name="Text 11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weist nach, dass ihr Systeme eigenständig planen, integrieren und betreiben könnt.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6/19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AUFBAU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Kurs besteht aus drei Teilen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davon unterrichtet eine andere Lehrkraft – ihr habt also nicht nur mich.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201168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Spezialisierung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984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IT-Sicherheit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machen wir zusammen.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20116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IT-Recht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0416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Organisatorische und rechtliche Vorgaben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Datenschutz, Verträge, Compliance.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20116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201168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Projektmanagement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84848" y="2459736"/>
            <a:ext cx="1627632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Projektunterstützung und -koordination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Planung, Kalkulation, Controlling.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der Prüfung kommen alle drei vor – auch Recht und Projektmanagement.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7/19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SPEZIALISIERUNG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gemeinsamer Teil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Themen, die aufeinander aufbauen – vom Planen über das Betreiben bis zum Absichern.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Planen und integrieren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Netzwerke, Virtualisierung, Container, Architekturen, Speicher, Ressourcen und Lizenzen. Wie entsteht eine Infrastruktur?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 sicherstellen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Ausfallsicherheit, Backup und Wiederanlauf, Monitoring, Betriebsdaten, Softwareverteilung und Orchestrierung.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Risiken bewerten, Sicherheitskonzepte, Umgang mit Vorfällen, Tests, Optimierung und die Übergabe an Anwender.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 davon üben wir praktisch – an echten Systemen, nicht nur auf Folien.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8/19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ZEITPLAN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grobe Fahrplan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genaue Themenplan entsteht unterwegs – der Rahmen steht aber schon: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70432" y="2697480"/>
            <a:ext cx="6803136" cy="0"/>
          </a:xfrm>
          <a:prstGeom prst="line">
            <a:avLst/>
          </a:prstGeom>
          <a:noFill/>
          <a:ln w="25400">
            <a:solidFill>
              <a:srgbClr val="DFE3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2708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53335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1927555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27555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13962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4" name="Text 12"/>
          <p:cNvSpPr/>
          <p:nvPr/>
        </p:nvSpPr>
        <p:spPr>
          <a:xfrm>
            <a:off x="3288182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2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288182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Betrieb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174590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648810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648810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Sicherheit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35217" y="2619756"/>
            <a:ext cx="155448" cy="155448"/>
          </a:xfrm>
          <a:prstGeom prst="ellipse">
            <a:avLst/>
          </a:prstGeom>
          <a:solidFill>
            <a:srgbClr val="3843AF"/>
          </a:solidFill>
          <a:ln/>
        </p:spPr>
      </p:sp>
      <p:sp>
        <p:nvSpPr>
          <p:cNvPr id="20" name="Text 18"/>
          <p:cNvSpPr/>
          <p:nvPr/>
        </p:nvSpPr>
        <p:spPr>
          <a:xfrm>
            <a:off x="6009437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RECHT+PM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009437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andere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Lehrkraft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895844" y="2619756"/>
            <a:ext cx="155448" cy="155448"/>
          </a:xfrm>
          <a:prstGeom prst="ellipse">
            <a:avLst/>
          </a:prstGeom>
          <a:solidFill>
            <a:srgbClr val="B33A3A"/>
          </a:solidFill>
          <a:ln/>
        </p:spPr>
      </p:sp>
      <p:sp>
        <p:nvSpPr>
          <p:cNvPr id="23" name="Text 21"/>
          <p:cNvSpPr/>
          <p:nvPr/>
        </p:nvSpPr>
        <p:spPr>
          <a:xfrm>
            <a:off x="7370064" y="2148840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33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370064" y="2862072"/>
            <a:ext cx="12070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schriftlich,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danach mündlich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3749040"/>
            <a:ext cx="8010144" cy="64008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Shape 24"/>
          <p:cNvSpPr/>
          <p:nvPr/>
        </p:nvSpPr>
        <p:spPr>
          <a:xfrm>
            <a:off x="566928" y="3749040"/>
            <a:ext cx="41148" cy="64008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760780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 der schriftlichen Prüfung gibt es zusätzlich eine freiwillige, intensive Prüfungsvorbereitung. Die Teilnahme lohnt sich.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9/19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arbeiten werdet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Werkzeuge, die euch im Kurs begegnen – ihr müsst nichts davon vorher können.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2984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Planung und Integration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984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Netzwerkwerkzeuge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Multipass für virtuelle Maschinen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Linux-Kommandozeile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und Compose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Shape 10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3" name="Text 11"/>
          <p:cNvSpPr/>
          <p:nvPr/>
        </p:nvSpPr>
        <p:spPr>
          <a:xfrm>
            <a:off x="35478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F7C8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0416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Laufender Betrieb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416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und Grafana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 und Helm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und GitHub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Shape 15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A96D12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2066544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A96D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6784848" y="2121408"/>
            <a:ext cx="1627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Qualität und Sicherheit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784848" y="2606040"/>
            <a:ext cx="162763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Schwachstellen-Scanner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Testverfahren und Testpläne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Risikoanalyse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Vorfallbearbeitung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wird gemeinsam installiert – bringt nur euren Rechner mit.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10/19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zum Anfassen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zu Pluralsight – dort arbeitet ihr in echten Cloud-Umgebungen.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das ist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Eine Lernplattform mit geführten Übungen in einer echten Cloud-Umgebung.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bekommt einen Zugang gestellt und arbeitet dort in eurem Tempo.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Wofür wir es nutzen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und andere Cloud-Dienste ausprobieren, ohne eigenes Konto und ohne Kostenrisiko.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Ideal für Themen, die auf dem eigenen Rechner nicht funktionieren.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Zugangsdaten bekommt ihr über Cloudhelden.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11/19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schriftliche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Keine Wissensabfrage, sondern ein Fall aus dem Betrieb, den ihr durchdenkt und löst.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801014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Grundlage ist die Beschreibung einer betrieblichen Situation.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Daraus zwei Aufgaben – je mindestens 90 Minuten, zusammen höchstens 240.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Aufgabe berührt alle fünf Schwerpunkte, auch Recht und Projektmanagement.</a:t>
            </a:r>
            <a:endParaRPr lang="en-US" sz="13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5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entwickelt eigene Lösungen und begründet sie. Selten gibt es nur einen richtigen Weg.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3675888"/>
            <a:ext cx="8010144" cy="71323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3675888"/>
            <a:ext cx="41148" cy="7132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382219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Deshalb arbeiten wir im Kurs viel mit Szenarien: „Ein Betrieb hat folgendes Problem – was schlagt ihr vor, und warum?"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12/19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PRÜFUNGSFORMAT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mündliche Prüfung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 besteht aus zwei Teilen und folgt auf die schriftliche Prüfung.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Präsentation · max. 15 Min.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wählt ihr selbst.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muss alle fünf Schwerpunkte berühren.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Einzureichen spätestens am Tag der schriftlichen Prüfung.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Fachgespräch · max. 30 Min.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Direkt im Anschluss.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zu Hintergründen, Vorgehen und euren Vorschlägen.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Zählt doppelt so stark wie die Präsentation.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suchen euer Präsentationsthema rechtzeitig gemeinsam.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13/19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zum Bestehen zählt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einzelne Leistung braucht mindestens 50 von 100 Punkten.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66928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Einzelleistungen: zwei schriftliche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Aufgaben, Präsentation, Fachgespräch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788920" y="1975104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2788920" y="2706624"/>
            <a:ext cx="1920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Punkte Mindestmaß –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jeder Leistung einzeln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029200" y="197510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50/50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29200" y="270662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Gewichtung von schriftlicher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mündlicher Prüfung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269480" y="1975104"/>
            <a:ext cx="1307592" cy="13716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3" name="Shape 11"/>
          <p:cNvSpPr/>
          <p:nvPr/>
        </p:nvSpPr>
        <p:spPr>
          <a:xfrm>
            <a:off x="7269480" y="1975104"/>
            <a:ext cx="41148" cy="1371600"/>
          </a:xfrm>
          <a:prstGeom prst="rect">
            <a:avLst/>
          </a:prstGeom>
          <a:solidFill>
            <a:srgbClr val="B33A3A"/>
          </a:solidFill>
          <a:ln/>
        </p:spPr>
      </p:sp>
      <p:sp>
        <p:nvSpPr>
          <p:cNvPr id="14" name="Text 12"/>
          <p:cNvSpPr/>
          <p:nvPr/>
        </p:nvSpPr>
        <p:spPr>
          <a:xfrm>
            <a:off x="7507224" y="2121408"/>
            <a:ext cx="90525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starkes Ergebnis gleicht ein schwaches nicht aus.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genau eine schriftliche Aufgabe knapp darunter, gibt es eine mündliche Ergänzungsprüfung.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Weg zur Prüfung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14/19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wir zusammenarbeiten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paar Absprachen für die nächsten Monate</a:t>
            </a:r>
            <a:endParaRPr lang="en-US" sz="13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KURSREGELN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Rahmen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536192"/>
            <a:ext cx="8010144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über Google Meet, zweimal pro Woche am Abend.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Unterricht wird nicht aufgezeichnet – seid also möglichst dabei.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Für das Aufstiegs-BAföG braucht ihr eine Teilnahmequote von über 70 Prozent.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müsst euch nicht abmelden – behaltet nur eure Quote im Blick.</a:t>
            </a:r>
            <a:endParaRPr lang="en-US" sz="14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4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 sind ausdrücklich erwünscht, und wir gehen respektvoll miteinander um.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913632"/>
            <a:ext cx="8010144" cy="45720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913632"/>
            <a:ext cx="41148" cy="4572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4059936"/>
            <a:ext cx="760780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ich einmal ausfalle, erfahrt ihr das rechtzeitig über Cloudhelden.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MITEINANDER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Bitten an euch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Kamera an, wenn es geht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zu unterrichten ist wie ein Vortrag in einen dunklen Raum, wenn niemand zu sehen ist.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Ich sehe an euren Gesichtern, ob etwas angekommen ist – und kann sonst nicht nachsteuern.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mal nicht passt: auch okay.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81728" y="1572768"/>
            <a:ext cx="3895344" cy="248716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681728" y="1572768"/>
            <a:ext cx="41148" cy="248716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1" name="Text 9"/>
          <p:cNvSpPr/>
          <p:nvPr/>
        </p:nvSpPr>
        <p:spPr>
          <a:xfrm>
            <a:off x="4919472" y="1719072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Meldet euch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19472" y="2039112"/>
            <a:ext cx="3493008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Unterbrecht mich, wenn etwas unklar ist. Wer fragt, hilft meist der halben Gruppe mit.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Nutzt gern den Chat, wenn euch das leichter fällt.</a:t>
            </a: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0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hab's nicht verstanden" ist ein vollständiger Satz.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16/19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MATERIALIEN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Womit ihr lernt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984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Folien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984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Führen durch den Abend, zum Nacharbeiten.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6243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26243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28620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558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Kursunterlagen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558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im Detail: Erklärungen, Befehle, Übungen mit Lösungen, Glossar.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817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Shape 14"/>
          <p:cNvSpPr/>
          <p:nvPr/>
        </p:nvSpPr>
        <p:spPr>
          <a:xfrm>
            <a:off x="46817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49194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4132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Akademie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132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Lernplattform von Cloudhelden mit zusätzlichem Material.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39128" y="1572768"/>
            <a:ext cx="1837944" cy="21945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9128" y="1572768"/>
            <a:ext cx="41148" cy="2194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2" name="Text 20"/>
          <p:cNvSpPr/>
          <p:nvPr/>
        </p:nvSpPr>
        <p:spPr>
          <a:xfrm>
            <a:off x="6976872" y="1664208"/>
            <a:ext cx="3840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470648" y="1719072"/>
            <a:ext cx="9418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Pluralsight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470648" y="2185416"/>
            <a:ext cx="9418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Geführte Übungen in echten Cloud-Umgebungen.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6" name="Text 24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Link zu den Kursunterlagen bekommt ihr gleich im Anschluss.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17/19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KONTAKT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etwas ist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Wege – je nachdem, worum es geht: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Fachliche Fragen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mich, am besten direkt im Unterricht.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haben zweimal pro Woche Zeit – nutzt sie.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1728" y="1975104"/>
            <a:ext cx="3895344" cy="1847088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4681728" y="1975104"/>
            <a:ext cx="41148" cy="1847088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4919472" y="212140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Organisatorische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19472" y="2441448"/>
            <a:ext cx="349300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beratung@cloudhelden.org</a:t>
            </a: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endParaRPr lang="en-US" sz="11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Zugänge, Termine, BAföG, Prüfungsanmeldung, persönliche Anliegen.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5" name="Text 13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Schreibt lieber einmal zu früh als zu spät – gerade bei Formalien.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18/19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Beim nächsten Mal geht es richtig los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8010144" cy="105156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554480"/>
            <a:ext cx="41148" cy="10515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700784"/>
            <a:ext cx="7607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 starten mit dem Fundament: Netzwerke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039112"/>
            <a:ext cx="760780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Netzwerk kein Server, keine Cloud, kein Container. Deshalb fangen wir dort an – und bauen darauf alles Weitere auf.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2880360"/>
            <a:ext cx="80101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Bringt nichts weiter mit als euren Rechner.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installieren wir gemeinsam, wenn wir sie brauchen.</a:t>
            </a:r>
            <a:endParaRPr lang="en-US" sz="130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3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mag, schaut vorher schon in die Kursunterlagen – Pflicht ist das nicht.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Zusammenarbeit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19/19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möchtet ihr noch wissen?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darf gefragt werden – zum Kurs, zur Prüfung, zu mir.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Schön, dass ihr da seid.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Orientierung – Systemintegration und Vernetzung</dc:title>
  <dc:subject>Kursstart, Weg bis zur Prüfung, Kennenlernen</dc:subject>
  <dc:creator>Jacob Menge</dc:creator>
  <cp:lastModifiedBy>Jacob Menge</cp:lastModifiedBy>
  <cp:revision>1</cp:revision>
  <dcterms:created xsi:type="dcterms:W3CDTF">2026-08-24T14:09:49Z</dcterms:created>
  <dcterms:modified xsi:type="dcterms:W3CDTF">2026-08-24T14:09:49Z</dcterms:modified>
</cp:coreProperties>
</file>