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Orientierungsabend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97510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3570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23570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96312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9631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9631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 in Zweiergruppen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56916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Vorstellungsrunde: ihr stellt euch gegenseitig vor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17520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17520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17520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27812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27812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538728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53872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79933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379933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5780" y="1440180"/>
            <a:ext cx="2048256" cy="2048256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6" name="Image 0" descr="/Users/jacobmenge/Desktop/kurs-unterlagen/folien/assets/jaco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196596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788920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88920" y="2267712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studiert, davor Software-Entwicklung in der Forschung – unter anderem am Alfred-Wegener-Institut.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Schwerpunkte: AWS und Azure, Container, CI/CD und Linux.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AEVO-Ausbildereignung, AWS-zertifiziert, Erfahrung mit IHK-Prüfungen.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13632"/>
            <a:ext cx="8010144" cy="58521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3913632"/>
            <a:ext cx="41148" cy="5852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4059936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eine WG mit meinen besten Freunden – und kurze Videos über Themen, die mich faszinieren.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ROLLE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im Gespräch zu zweit, dann stellt ihr euch gegenseitig vor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1 · ETWA 15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Zweiergruppen auf. Interviewt euch gegenseitig – gleich stellt ihr die andere Person vor.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Fragt euch zum Beispiel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bist du, und wo sitzt du gerade?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machst du beruflich?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IT, Servern oder Cloud zu tun?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 – was soll danach anders sein?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klappt 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 7 Minuten pro Person – wechselt nach der Hälfte.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euch ein paar Stichpunkte, das hilft gleich beim Vorstellen.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auch gern über die Fragen hinaus.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ungerader Zahl gibt es eine Dreiergruppe – dort stellt reihum jeder seinen linken Nachbarn vor.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2 · ETWA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Vorstellungsrunde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 stellt jede Person ihren Interview-Partner vor – nicht sich selbst.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45 Sekunden pro Vorstellung – Name, Beruf, IT-Hintergrund, Ziel im Kurs.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vorgestellte Person darf danach kurz ergänzen oder richtigstellen.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 Falsch: Manche kommen aus der IT, andere steigen gerade erst ein.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3401568"/>
            <a:ext cx="8010144" cy="9875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01568"/>
            <a:ext cx="41148" cy="98755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547872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so herum?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849624"/>
            <a:ext cx="7607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jemand anderen zu sprechen ist leichter als über sich selbst – und wer zuhören muss, lernt sein Gegenüber wirklich kennen.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ABSCHLUSS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46120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1975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70662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201168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Architekturen, Speicher, Ressourcen und Lizenzen.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ZEITPLAN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697480"/>
            <a:ext cx="6803136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3335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7555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3962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8182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74590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48810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5217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RECHT+PM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09437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95844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0064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mündlich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49040"/>
            <a:ext cx="8010144" cy="6400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749040"/>
            <a:ext cx="41148" cy="6400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7607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arbeiten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Werkzeuge, die euch im Kurs begegnen – ihr müsst nichts davon vorher können.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Netzwerkwerkzeuge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Multipass für virtuelle Maschinen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Linux-Kommandozeile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und Compose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und Grafana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und Helm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und GitHub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Schwachstellen-Scanner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Testverfahren und Testpläne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Risikoanalyse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Vorfallbearbeitung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wird gemeinsam installiert – bringt nur euren Rechner mit.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zum Anfassen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zu Pluralsight – dort arbeitet ihr in echten Cloud-Umgebungen.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ist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Lernplattform mit geführten Übungen in einer echten Cloud-Umgebung.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gestellt und arbeitet dort in eurem Tempo.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wir es nutzen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und andere Cloud-Dienste ausprobieren, ohne eigenes Konto und ohne Kostenrisiko.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für Themen, die auf dem eigenen Rechner nicht funktionieren.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Zugangsdaten bekommt ihr über Cloudhelden.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88920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0" y="19751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70662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75104"/>
            <a:ext cx="1307592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75104"/>
            <a:ext cx="41148" cy="13716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2121408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36192"/>
            <a:ext cx="8010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Meet, zweimal pro Woche am Abend.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seid also möglichst dabei.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059936"/>
            <a:ext cx="7607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MITEINANDER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Abend, zum Nacharbeiten.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26243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28620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558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Kursunterlagen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558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im Detail: Erklärungen, Befehle, Übungen mit Lösungen, Glossar.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817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46817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32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132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Lernplattform von Cloudhelden mit zusätzlichem Material.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391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91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69768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06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706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Übungen in echten Cloud-Umgebungen.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Link zu den Kursunterlagen bekommt ihr gleich im Anschluss.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8010144" cy="105156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1051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schon in die Kursunterlagen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2026-08-24T14:05:32Z</dcterms:created>
  <dcterms:modified xsi:type="dcterms:W3CDTF">2026-08-24T14:05:32Z</dcterms:modified>
</cp:coreProperties>
</file>