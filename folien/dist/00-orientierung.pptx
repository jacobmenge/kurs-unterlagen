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mündlich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Planung &amp;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8" name="Image 0" descr="/Users/jacobmenge/Desktop/kurs-unterlagen/folien/assets/icons/ubuntu-E954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042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2416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Linux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1" name="Image 1" descr="/Users/jacobmenge/Desktop/kurs-unterlagen/folien/assets/icons/canonical-E954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2416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4" name="Image 2" descr="/Users/jacobmenge/Desktop/kurs-unterlagen/folien/assets/icons/docker-2496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273552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42416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Compose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6928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7" name="Image 3" descr="/Users/jacobmenge/Desktop/kurs-unterlagen/folien/assets/icons/wireshark-1679A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7581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42416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Netzwerk-Werkzeuge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 · Laufender Betrieb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291840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1" name="Image 4" descr="/Users/jacobmenge/Desktop/kurs-unterlagen/folien/assets/icons/prometheus-E6522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856" y="230428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67328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3291840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4" name="Image 5" descr="/Users/jacobmenge/Desktop/kurs-unterlagen/folien/assets/icons/grafana-F4680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56" y="27889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767328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3291840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7" name="Image 6" descr="/Users/jacobmenge/Desktop/kurs-unterlagen/folien/assets/icons/kubernetes-326CE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856" y="3273552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767328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&amp; Helm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3291840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0" name="Image 7" descr="/Users/jacobmenge/Desktop/kurs-unterlagen/folien/assets/icons/githubactions-2088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9856" y="3758184"/>
            <a:ext cx="237744" cy="23774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3767328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GitHub Actions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016752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 · Qualität &amp; Sicherheit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6016752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4" name="Image 8" descr="/Users/jacobmenge/Desktop/kurs-unterlagen/folien/assets/icons/trivy-1904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2304288"/>
            <a:ext cx="237744" cy="23774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92240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 Image-Scanner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6016752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181344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&amp; Testpläne</a:t>
            </a:r>
            <a:endParaRPr lang="en-US" sz="1150" dirty="0"/>
          </a:p>
        </p:txBody>
      </p:sp>
      <p:sp>
        <p:nvSpPr>
          <p:cNvPr id="38" name="Shape 27"/>
          <p:cNvSpPr/>
          <p:nvPr/>
        </p:nvSpPr>
        <p:spPr>
          <a:xfrm>
            <a:off x="6016752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181344" y="320040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6016752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6181344" y="368503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Fallübungen &amp; Simulationen</a:t>
            </a:r>
            <a:endParaRPr lang="en-US" sz="1150" dirty="0"/>
          </a:p>
        </p:txBody>
      </p:sp>
      <p:sp>
        <p:nvSpPr>
          <p:cNvPr id="42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3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wird gemeinsam installiert – bringt nur euren Rechner mit.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46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Meet, zweimal pro Woche am Abend.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seid also möglichst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googlemeet-0089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404164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Abend, zum Nacharbeiten.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26243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2862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558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Kursunterlagen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558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im Detail: Erklärungen, Befehle, Übungen mit Lösungen, Glossar.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817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46817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7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9048" y="1700784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9194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4132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132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Lernplattform von Cloudhelden mit zusätzlichem Material.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7391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Shape 19"/>
          <p:cNvSpPr/>
          <p:nvPr/>
        </p:nvSpPr>
        <p:spPr>
          <a:xfrm>
            <a:off x="67391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23" name="Image 1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70078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976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74706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4706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Link zu den Kursunterlagen bekommt ihr gleich im Anschluss.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schon in die Kursunterlagen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2026-08-24T14:16:49Z</dcterms:created>
  <dcterms:modified xsi:type="dcterms:W3CDTF">2026-08-24T14:16:49Z</dcterms:modified>
</cp:coreProperties>
</file>