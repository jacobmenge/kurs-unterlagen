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KURSSTART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Orientierungsabend · 24. August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 in Zweiergruppen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Vorstellungsrunde: ihr stellt euch gegenseitig vor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267712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Schwerpunkte: AWS und Azure, Container, CI/CD und Linux.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AEVO-Ausbildereignung, AWS-zertifiziert, Erfahrung mit IHK-Prüfungen.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13632"/>
            <a:ext cx="8010144" cy="58521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913632"/>
            <a:ext cx="41148" cy="5852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4059936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eine WG mit meinen besten Freunden – und kurze Videos über Themen, die mich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ROLLE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im Gespräch zu zweit, dann stellt ihr euch gegenseitig vor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 · ETWA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Zweiergruppen auf. Interviewt euch gegenseitig – gleich stellt ihr die andere Person vor.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Fragt euch zum Beispiel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bist du, und wo sitzt du gerade?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machst du beruflich?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IT, Servern oder Cloud zu tun?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 – was soll danach anders sein?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klappt 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7 Minuten pro Person – wechselt nach der Hälfte.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euch ein paar Stichpunkte, das hilft gleich beim Vorstellen.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auch gern über die Fragen hinaus.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ungerader Zahl gibt es eine Dreiergruppe – dort stellt reihum jeder seinen linken Nachbarn vor.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2 · ETWA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Vorstellungsrunde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 stellt jede Person ihren Interview-Partner vor – nicht sich selbst.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45 Sekunden pro Vorstellung – Name, Beruf, IT-Hintergrund, Ziel im Kurs.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vorgestellte Person darf danach kurz ergänzen oder richtigstellen.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Falsch: Manche kommen aus der IT, andere steigen gerade erst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401568"/>
            <a:ext cx="8010144" cy="9875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01568"/>
            <a:ext cx="41148" cy="98755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547872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so herum?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849624"/>
            <a:ext cx="7607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jemand anderen zu sprechen ist leichter als über sich selbst – und wer zuhören muss, lernt sein Gegenüber wirklich kennen.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ABSCHLUSS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 März 2027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Planung &amp; 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8" name="Image 0" descr="/Users/jacobmenge/Desktop/kurs-unterlagen/folien/assets/icons/wireshark-1679A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3042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42416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Netzwerk-Werkzeuge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1" name="Image 1" descr="/Users/jacobmenge/Desktop/kurs-unterlagen/folien/assets/icons/ubuntu-E954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8892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2416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&amp; Multipass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6928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4" name="Image 2" descr="/Users/jacobmenge/Desktop/kurs-unterlagen/folien/assets/icons/docker-2496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273552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42416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Compose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66928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7" name="Image 3" descr="/Users/jacobmenge/Desktop/kurs-unterlagen/folien/assets/icons/mqtt-6600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7581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42416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&amp; IoT-Protokolle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3291840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 · Laufender Betrieb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291840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1" name="Image 4" descr="/Users/jacobmenge/Desktop/kurs-unterlagen/folien/assets/icons/kubernetes-326C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856" y="2304288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67328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&amp; Helm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3291840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4" name="Image 5" descr="/Users/jacobmenge/Desktop/kurs-unterlagen/folien/assets/icons/terraform-844FB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9856" y="27889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767328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3291840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7" name="Image 6" descr="/Users/jacobmenge/Desktop/kurs-unterlagen/folien/assets/icons/grafana-F468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856" y="3273552"/>
            <a:ext cx="237744" cy="23774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767328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&amp; Grafana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3291840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0" name="Image 7" descr="/Users/jacobmenge/Desktop/kurs-unterlagen/folien/assets/icons/githubactions-2088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9856" y="3758184"/>
            <a:ext cx="237744" cy="23774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3767328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GitHub Actions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6016752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 · Qualität &amp; Sicherheit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6016752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4" name="Image 8" descr="/Users/jacobmenge/Desktop/kurs-unterlagen/folien/assets/icons/trivy-1904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2304288"/>
            <a:ext cx="237744" cy="23774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92240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Trivy Image-Scanner</a:t>
            </a:r>
            <a:endParaRPr lang="en-US" sz="1150" dirty="0"/>
          </a:p>
        </p:txBody>
      </p:sp>
      <p:sp>
        <p:nvSpPr>
          <p:cNvPr id="36" name="Shape 25"/>
          <p:cNvSpPr/>
          <p:nvPr/>
        </p:nvSpPr>
        <p:spPr>
          <a:xfrm>
            <a:off x="6016752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6181344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&amp; Testpläne</a:t>
            </a:r>
            <a:endParaRPr lang="en-US" sz="1150" dirty="0"/>
          </a:p>
        </p:txBody>
      </p:sp>
      <p:sp>
        <p:nvSpPr>
          <p:cNvPr id="38" name="Shape 27"/>
          <p:cNvSpPr/>
          <p:nvPr/>
        </p:nvSpPr>
        <p:spPr>
          <a:xfrm>
            <a:off x="6016752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181344" y="320040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50" dirty="0"/>
          </a:p>
        </p:txBody>
      </p:sp>
      <p:sp>
        <p:nvSpPr>
          <p:cNvPr id="40" name="Shape 29"/>
          <p:cNvSpPr/>
          <p:nvPr/>
        </p:nvSpPr>
        <p:spPr>
          <a:xfrm>
            <a:off x="6016752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6181344" y="368503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Fallübungen &amp; Simulationen</a:t>
            </a:r>
            <a:endParaRPr lang="en-US" sz="1150" dirty="0"/>
          </a:p>
        </p:txBody>
      </p:sp>
      <p:sp>
        <p:nvSpPr>
          <p:cNvPr id="42" name="Shape 3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3" name="Text 3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Dazu AWS-Cloud-Übungen über euren Pluralsight-Zugang. Alles wird gemeinsam eingerichtet.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46" name="Text 3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18. März 2027. 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 – den Link findet ihr im Kursdashboard der Akademie.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kommt pünktlich und seid möglichst immer dabei.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googlemeet-0089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4041648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MITEINANDER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Kursabend – ihr findet sie danach in der Akademie zum Nacharbeiten.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700784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547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0416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0416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zentrale Lernplattform: Lernmodule zum Selbstlernen mit Quiz und Labs – alles zum Vertiefen an einem Ort.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1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700784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291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7848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7848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 Den Zugang bekommt ihr gestellt.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3" name="Text 19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läuft über akademie.cloudhelden.org – dort ist auch der Meeting-Link.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in die Lernmodule in der Akademie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2026-08-24T15:17:12Z</dcterms:created>
  <dcterms:modified xsi:type="dcterms:W3CDTF">2026-08-24T15:17:12Z</dcterms:modified>
</cp:coreProperties>
</file>