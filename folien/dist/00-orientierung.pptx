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26.2B · CLOUDHELDEN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Herzlich willkommen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Geprüfter Berufsspezialist für Systemintegration und Vernetzung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Montag, 24. August 2026 · Jacob Menge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ABLAUF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uns heute Abend erwartet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geht es noch nicht um Technik, sondern um euch, mich und den Weg bis zur Prüfung.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11680" y="182880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Ankommen, Technik-Check, Begrüßung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194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18:10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011680" y="219456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bin ich – und wofür ihr mich ansprechen könnt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5603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18:25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011680" y="256032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seid ihr? Kennenlernrunde mit kleinem Spiel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926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19:25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011680" y="292608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291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19:35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11680" y="329184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Euer Weg bis zur Prüfung: Module, Meilensteine, Prüfungsformat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36576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20:15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11680" y="365760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wir zusammenarbeiten: Regeln, Materialien, Kontakte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40233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20:40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11680" y="402336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 Fragen und Ausblick auf Mittwoch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könnt ihr jederzeit dazwischen stellen – dafür ist der Abend da.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Orientierung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VORSTELLUNG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euch durch den Kurs begleitet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286000" cy="2651760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(assets/jacob.jpg)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71800" y="13716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 Menge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971800" y="1828800"/>
            <a:ext cx="5715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Freiberuflicher Dozent · DevOps, Cloud und IT-Infrastruktur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71800" y="2286000"/>
            <a:ext cx="5715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PLATZHALTER: beruflicher Hintergrund – wo du herkommst, was du gemacht hast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PLATZHALTER: womit du heute arbeitest, welche Themen dich reizen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PLATZHALTER: seit wann du unterrichtest und was dir dabei wichtig ist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PLATZHALTER: etwas Privates – Hobby, Region, was dich ausmacht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jacob-decoded.de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Orientierung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MEINE ROLLE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Wofür ihr mich ansprechen könnt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unterrichte den fachlichen Schwerpunkt – die Spezialisierung Systemintegration und Vernetzung.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609088" cy="2103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Fachlich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377440"/>
            <a:ext cx="2279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rund um Netzwerke, Virtualisierung, Container, Betrieb, Monitoring und IT-Sicherheit. Fragt lieber einmal zu viel als zu wenig.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67456" y="1920240"/>
            <a:ext cx="2609088" cy="2103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2048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Zur Prüfung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32048" y="2377440"/>
            <a:ext cx="2279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drankommt, wie die Aufgaben aussehen, worauf ihr beim Lernen achten solltet und wie ihr euer Präsentationsthema findet.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77712" y="1920240"/>
            <a:ext cx="2609088" cy="2103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42304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es hakt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2304" y="2377440"/>
            <a:ext cx="2279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Organisatorisches läuft über Cloudhelden – dazu später mehr.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Orientierung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5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wer seid ihr?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nächste Stunde gehört euch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KENNENLERNRUNDE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 vorstellen – in eurem Tempo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Nehmt euch zwei bis drei Minuten. Diese vier Punkte reichen völlig aus: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heißt du und wo sitzt du gerade?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machst du beruflich – und wie sieht dein IT-Alltag aus?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 Berührung hattest du bisher mit Netzwerken, Servern oder Cloud?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machst du diesen Kurs – was willst du danach können?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749040"/>
            <a:ext cx="8229600" cy="6858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3877056"/>
            <a:ext cx="7900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keine falschen Antworten. Manche kommen aus der IT, andere steigen gerade erst ein – beides ist genau richtig hier.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Kennenlernen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KENNENLERNSPIEL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Wahrheiten, eine Lüge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Damit es nicht bei einer reinen Vorstellungsrunde bleibt: Hängt drei Aussagen über euch an – zwei stimmen, eine ist erfunden. Die anderen raten.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14216" cy="20574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185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läuft 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514600"/>
            <a:ext cx="368503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Du nennst drei Aussagen über dich.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Die Gruppe rät, welche gelogen ist.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Du löst auf.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Gern aus der IT – muss aber nicht.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72584" y="2057400"/>
            <a:ext cx="4014216" cy="2057400"/>
          </a:xfrm>
          <a:prstGeom prst="rect">
            <a:avLst/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2185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Beispiel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2514600"/>
            <a:ext cx="368503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„Ich habe schon mal ein Rechenzentrum von innen gesehen."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„Mein erster Computer hatte noch ein Diskettenlaufwerk."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„Ich habe einmal aus Versehen einen Produktivserver gelöscht."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lieber nur den Steckbrief macht, lässt das Spiel einfach weg – alles freiwillig.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Kennenlernen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5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führt das alles hin?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Euer Weg bis zum 18. März 2027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ABSCHLUSS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ihr am Ende in der Hand habt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„Geprüfter Berufsspezialist für Systemintegration und Vernetzung" – ein bundesweit anerkannter IHK-Fortbildungsabschluss.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2609088" cy="18288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DQR-Niveau 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423160"/>
            <a:ext cx="22799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Stufe der höherqualifizierenden Berufsbildung – aufbauend auf eurer Ausbildung oder Berufserfahrung.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67456" y="1965960"/>
            <a:ext cx="2609088" cy="18288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2048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Seit November 2024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32048" y="2423160"/>
            <a:ext cx="22799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noch junger Abschluss. Die Verordnung dazu ist am 1. November 2024 in Kraft getreten.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77712" y="1965960"/>
            <a:ext cx="2609088" cy="18288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42304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 400 Stunden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2304" y="2423160"/>
            <a:ext cx="22799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viel Lernumfang sieht die Verordnung insgesamt vor – Kurszeit und eure eigene Vorbereitung zusammen.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weist damit nach, dass ihr Systeme eigenständig planen, integrieren und betreiben könnt.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Kurs besteht aus drei Teilen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davon unterrichtet ein Kollege oder eine Kollegin – ihr habt also nicht nur mich.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609088" cy="22860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Spezialisierung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37744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Planung und Integration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Laufender Betrieb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 und IT-Sicherheit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machen wir zusammen – der größte Teil des Kurses.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67456" y="1920240"/>
            <a:ext cx="2609088" cy="22860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2048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IT-Recht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32048" y="237744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Organisatorische und rechtliche Vorgaben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Datenschutz, Verträge, Compliance.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einem anderen Dozenten.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77712" y="1920240"/>
            <a:ext cx="2609088" cy="22860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42304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Projektmanagement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2304" y="237744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Projektunterstützung und -koordination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Planung, Kalkulation, Controlling.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Ebenfalls separat.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SPEZIALISIERUNG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gemeinsamer Teil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Handlungsbereiche, die aufeinander aufbauen – vom Planen über das Betreiben bis zum Absichern.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2609088" cy="219456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02536"/>
            <a:ext cx="2279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Planen und integrieren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560320"/>
            <a:ext cx="227990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Netzwerke, Virtualisierung, Container, Architekturen, Speicher, Ressourcen und Lizenzen. Wie entsteht eine Infrastruktur?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67456" y="1874520"/>
            <a:ext cx="2609088" cy="219456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2048" y="2002536"/>
            <a:ext cx="2279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Betrieb sicherstellen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32048" y="2560320"/>
            <a:ext cx="227990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Ausfallsicherheit, Backup und Wiederanlauf, Monitoring, Betriebsdaten, Softwareverteilung und Automatisierung.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77712" y="1874520"/>
            <a:ext cx="2609088" cy="219456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42304" y="2002536"/>
            <a:ext cx="2279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Qualität und Sicherheit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2304" y="2560320"/>
            <a:ext cx="227990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Risiken bewerten, Sicherheitskonzepte, Umgang mit Vorfällen, Tests, Optimierung und die Übergabe an Anwender.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 davon üben wir praktisch – an echten Systemen, nicht nur auf Folien.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grobe Fahrplan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genaue Themenplan steht noch nicht fest – der Rahmen aber schon: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43000" y="2514600"/>
            <a:ext cx="685800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" y="2446020"/>
            <a:ext cx="137160" cy="1371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2026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46020" y="2446020"/>
            <a:ext cx="137160" cy="1371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18288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7620" y="2446020"/>
            <a:ext cx="137160" cy="1371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89220" y="2446020"/>
            <a:ext cx="137160" cy="1371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Probeaufgaben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60820" y="2446020"/>
            <a:ext cx="137160" cy="1371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März 2027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vorbereitung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32420" y="2446020"/>
            <a:ext cx="137160" cy="1371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18.03.2027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solidFill>
            <a:srgbClr val="FFFBEB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3831336"/>
            <a:ext cx="7900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der schriftlichen Prüfung gibt es zusätzlich eine freiwillige, intensive Prüfungsvorbereitung. Die Teilnahme lohnt sich.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MÄRZ 2027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schriftliche Prüfung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Wissensabfrage, sondern ein Fall aus dem Betrieb, den ihr durchdenkt und löst.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 ist die Beschreibung einer betrieblichen Situation.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Daraus werden zwei Aufgaben abgeleitet – je mindestens 90 Minuten, zusammen höchstens 240 Minuten.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Aufgabe berührt alle fünf Themenschwerpunkte – auch Recht und Projektmanagement.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entwickelt eigene Lösungen und begründet sie. Es gibt selten nur einen richtigen Weg.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749040"/>
            <a:ext cx="8229600" cy="6858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3877056"/>
            <a:ext cx="7900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Deshalb arbeiten wir im Kurs viel mit Szenarien: „Ein Betrieb hat folgendes Problem – was schlagt ihr vor?"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mündliche Prüfung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besteht aus zwei Teilen und folgt auf die schriftliche Prüfung.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014216" cy="2103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48256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 · max. 15 Minuten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395728"/>
            <a:ext cx="36850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wählt ihr selbst.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muss alle fünf Schwerpunkte berühren.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Wichtig: Das Thema muss spätestens am Tag der schriftlichen Prüfung eingereicht sein.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72584" y="1920240"/>
            <a:ext cx="4014216" cy="2103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2048256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Fachgespräch · max. 30 Minuten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2395728"/>
            <a:ext cx="36850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 im Anschluss.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zu Hintergründen, Vorgehen und euren Vorschlägen.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Zählt doppelt so stark wie die Präsentation.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suchen euer Präsentationsthema rechtzeitig gemeinsam – ihr steht damit nicht allein da.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zum Bestehen zählt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einzelne Leistung braucht mindestens 50 von 100 Punkten – ein starkes Ergebnis gleicht ein schwaches nicht aus.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2609088" cy="21945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Einzelleistungen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423160"/>
            <a:ext cx="227990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Schriftliche Aufgabe 1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Schriftliche Aufgabe 2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Fachgespräch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67456" y="1965960"/>
            <a:ext cx="2609088" cy="21945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2048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Gesamtnote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32048" y="2423160"/>
            <a:ext cx="227990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 und mündlich zählen je zur Hälfte.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Punkte entsprechen der Note 4,4 – 100 Punkte der Note 1,0.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77712" y="1965960"/>
            <a:ext cx="2609088" cy="2194560"/>
          </a:xfrm>
          <a:prstGeom prst="rect">
            <a:avLst/>
          </a:prstGeom>
          <a:solidFill>
            <a:srgbClr val="FFFBEB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42304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es knapp wird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2304" y="2423160"/>
            <a:ext cx="227990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 genau eine schriftliche Aufgabe unter 50 Punkten, gibt es eine mündliche Ergänzungsprüfung.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Einzelne Leistungen dürfen wiederholt werden.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5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wir zusammenarbeiten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paar Absprachen für die nächsten Monate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KURSREGELN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Rahmen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über Google Meet, montags und mittwochs von 18 bis 21 Uhr.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Unterricht wird nicht aufgezeichnet – seid also möglichst dabei.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das Aufstiegs-BAföG braucht ihr eine Teilnahmequote von über 70 Prozent.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müsst euch nicht abmelden – behaltet nur eure Quote im Blick.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sind ausdrücklich erwünscht, und wir gehen respektvoll miteinander um.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4105656"/>
            <a:ext cx="7900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ich einmal ausfalle, erfahrt ihr das rechtzeitig über Cloudhelden.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MITEINANDER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Bitten an euch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4014216" cy="25603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282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Kamera an, wenn es geht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1792" y="2057400"/>
            <a:ext cx="368503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zu unterrichten ist wie ein Vortrag in einen dunklen Raum, wenn niemand zu sehen ist.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sehe an euren Gesichtern, ob etwas angekommen ist – und kann sonst nicht nachsteuern.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es mal nicht passt: auch okay.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72584" y="1600200"/>
            <a:ext cx="4014216" cy="25603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37176" y="17282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37176" y="2057400"/>
            <a:ext cx="368503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Unterbrecht mich, wenn etwas unklar ist. Wer fragt, hilft meist der halben Gruppe mit.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Nutzt gern den Chat, wenn euch das leichter fällt.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„Ich hab's nicht verstanden" ist ein vollständiger Satz.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Womit ihr lernt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609088" cy="22860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2821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Folien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1792" y="205740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Führen durch den Abend.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bekommt sie zum Nacharbeiten.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7456" y="1600200"/>
            <a:ext cx="2609088" cy="22860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32048" y="172821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Kursunterlagen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32048" y="205740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Webseite mit allem im Detail: Erklärungen, Befehle, Übungen mit Lösungen, Glossar.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Dort steht das, was auf den Folien keinen Platz hat.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77712" y="1600200"/>
            <a:ext cx="2609088" cy="22860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2304" y="172821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Akademie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2304" y="205740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akademie.cloudhelden.org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Lernplattform von Cloudhelden mit zusätzlichem Material.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Link zu den Kursunterlagen bekommt ihr gleich im Anschluss.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etwas ist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Wege – je nachdem, worum es geht: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014216" cy="201168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4825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Fachliche Fragen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377440"/>
            <a:ext cx="36850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mich, am besten direkt im Unterricht.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haben zweimal pro Woche Zeit – nutzt sie.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72584" y="1920240"/>
            <a:ext cx="4014216" cy="2011680"/>
          </a:xfrm>
          <a:prstGeom prst="rect">
            <a:avLst/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204825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Organisatorische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2377440"/>
            <a:ext cx="36850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beratung@cloudhelden.org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Zugänge, Termine, BAföG, Prüfungsanmeldung, persönliche Anliegen.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 lieber einmal zu früh als zu spät – gerade bei Formalien.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Mittwoch geht es richtig los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Mittwoch, 26. August, 18 Uhr – erster Fachabend.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123444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956816"/>
            <a:ext cx="7900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starten mit dem Fundament: Netzwerke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286000"/>
            <a:ext cx="79004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Netzwerk kein Server, keine Cloud, kein Container. Deshalb fangen wir dort an – und bauen darauf alles Weitere auf.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Bringt nichts weiter mit als euren Rechner.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installieren wir gemeinsam, wenn wir sie brauchen.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mag, schaut vorher schon in die Kursunterlagen – Pflicht ist das nicht.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002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möchtet ihr noch wissen?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darf gefragt werden – zum Kurs, zur Prüfung, zu mir.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Schön, dass ihr da seid. Bis Mittwoch!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Cloudhelden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 26.2B</dc:title>
  <dc:subject>Kursstart, Ablauf bis zur IHK-Prüfung, Kennenlernen</dc:subject>
  <dc:creator>Jacob Menge</dc:creator>
  <cp:lastModifiedBy>Jacob Menge</cp:lastModifiedBy>
  <cp:revision>1</cp:revision>
  <dcterms:created xsi:type="dcterms:W3CDTF">2026-08-24T08:29:31Z</dcterms:created>
  <dcterms:modified xsi:type="dcterms:W3CDTF">2026-08-24T08:29:31Z</dcterms:modified>
</cp:coreProperties>
</file>