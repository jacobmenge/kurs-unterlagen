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Planung &amp; Integration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8" name="Image 0" descr="/Users/jacobmenge/Desktop/kurs-unterlagen/folien/assets/icons/wireshark-1679A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3042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42416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Netzwerk-Werkzeuge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1" name="Image 1" descr="/Users/jacobmenge/Desktop/kurs-unterlagen/folien/assets/icons/ubuntu-E954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42416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&amp; Multipass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66928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4" name="Image 2" descr="/Users/jacobmenge/Desktop/kurs-unterlagen/folien/assets/icons/docker-2496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273552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42416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Compose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66928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17" name="Image 3" descr="/Users/jacobmenge/Desktop/kurs-unterlagen/folien/assets/icons/mqtt-66006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7581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42416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&amp; IoT-Protokolle</a:t>
            </a:r>
            <a:endParaRPr lang="en-US" sz="1150" dirty="0"/>
          </a:p>
        </p:txBody>
      </p:sp>
      <p:sp>
        <p:nvSpPr>
          <p:cNvPr id="19" name="Text 13"/>
          <p:cNvSpPr/>
          <p:nvPr/>
        </p:nvSpPr>
        <p:spPr>
          <a:xfrm>
            <a:off x="3291840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 · Laufender Betrieb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291840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1" name="Image 4" descr="/Users/jacobmenge/Desktop/kurs-unterlagen/folien/assets/icons/kubernetes-326C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856" y="2304288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67328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&amp; Helm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3291840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4" name="Image 5" descr="/Users/jacobmenge/Desktop/kurs-unterlagen/folien/assets/icons/terraform-844FB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9856" y="27889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767328" y="271576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150" dirty="0"/>
          </a:p>
        </p:txBody>
      </p:sp>
      <p:sp>
        <p:nvSpPr>
          <p:cNvPr id="26" name="Shape 18"/>
          <p:cNvSpPr/>
          <p:nvPr/>
        </p:nvSpPr>
        <p:spPr>
          <a:xfrm>
            <a:off x="3291840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27" name="Image 6" descr="/Users/jacobmenge/Desktop/kurs-unterlagen/folien/assets/icons/grafana-F468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9856" y="3273552"/>
            <a:ext cx="237744" cy="23774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3767328" y="320040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&amp; Grafana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3291840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0" name="Image 7" descr="/Users/jacobmenge/Desktop/kurs-unterlagen/folien/assets/icons/githubactions-2088FF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9856" y="3758184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3767328" y="36850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 Actions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016752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 · Qualität &amp; Sicherheit</a:t>
            </a:r>
            <a:endParaRPr lang="en-US" sz="1100" dirty="0"/>
          </a:p>
        </p:txBody>
      </p:sp>
      <p:sp>
        <p:nvSpPr>
          <p:cNvPr id="33" name="Shape 23"/>
          <p:cNvSpPr/>
          <p:nvPr/>
        </p:nvSpPr>
        <p:spPr>
          <a:xfrm>
            <a:off x="6016752" y="2231136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pic>
        <p:nvPicPr>
          <p:cNvPr id="34" name="Image 8" descr="/Users/jacobmenge/Desktop/kurs-unterlagen/folien/assets/icons/trivy-1904D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2304288"/>
            <a:ext cx="237744" cy="237744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92240" y="223113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Trivy Image-Scanner</a:t>
            </a:r>
            <a:endParaRPr lang="en-US" sz="1150" dirty="0"/>
          </a:p>
        </p:txBody>
      </p:sp>
      <p:sp>
        <p:nvSpPr>
          <p:cNvPr id="36" name="Shape 25"/>
          <p:cNvSpPr/>
          <p:nvPr/>
        </p:nvSpPr>
        <p:spPr>
          <a:xfrm>
            <a:off x="6016752" y="2715768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6181344" y="2715768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&amp; Testpläne</a:t>
            </a:r>
            <a:endParaRPr lang="en-US" sz="1150" dirty="0"/>
          </a:p>
        </p:txBody>
      </p:sp>
      <p:sp>
        <p:nvSpPr>
          <p:cNvPr id="38" name="Shape 27"/>
          <p:cNvSpPr/>
          <p:nvPr/>
        </p:nvSpPr>
        <p:spPr>
          <a:xfrm>
            <a:off x="6016752" y="3200400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181344" y="3200400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50" dirty="0"/>
          </a:p>
        </p:txBody>
      </p:sp>
      <p:sp>
        <p:nvSpPr>
          <p:cNvPr id="40" name="Shape 29"/>
          <p:cNvSpPr/>
          <p:nvPr/>
        </p:nvSpPr>
        <p:spPr>
          <a:xfrm>
            <a:off x="6016752" y="3685032"/>
            <a:ext cx="2560320" cy="384048"/>
          </a:xfrm>
          <a:prstGeom prst="roundRect">
            <a:avLst>
              <a:gd name="adj" fmla="val 11905"/>
            </a:avLst>
          </a:prstGeom>
          <a:solidFill>
            <a:srgbClr val="F5F6FC"/>
          </a:solidFill>
          <a:ln w="9525">
            <a:solidFill>
              <a:srgbClr val="DFE3F0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6181344" y="3685032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Fallübungen &amp; Simulationen</a:t>
            </a:r>
            <a:endParaRPr lang="en-US" sz="1150" dirty="0"/>
          </a:p>
        </p:txBody>
      </p:sp>
      <p:sp>
        <p:nvSpPr>
          <p:cNvPr id="42" name="Shape 31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3" name="Text 32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Dazu AWS-Cloud-Übungen über euren Pluralsight-Zugang. Alles wird gemeinsam eingerichtet.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46" name="Text 3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41648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 – den Link findet ihr im Kursdashboard der Akademie.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icons/googlemeet-00897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4041648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Abend, zum Nacharbeiten.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6243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2862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im Detail: Erklärungen, Befehle, Übungen mit Lösungen, Glossar.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817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46817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7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9048" y="1700784"/>
            <a:ext cx="274320" cy="274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9194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4132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132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Lernmodule zum Selbstlernen mit Quiz und Labs – plus alle Foliensätze und Probeklausuren.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7391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Shape 19"/>
          <p:cNvSpPr/>
          <p:nvPr/>
        </p:nvSpPr>
        <p:spPr>
          <a:xfrm>
            <a:off x="67391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23" name="Image 1" descr="/Users/jacobmenge/Desktop/kurs-unterlagen/folien/assets/icons/pluralsight-F15B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448" y="170078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76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74706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4706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2026-08-24T14:48:40Z</dcterms:created>
  <dcterms:modified xsi:type="dcterms:W3CDTF">2026-08-24T14:48:40Z</dcterms:modified>
</cp:coreProperties>
</file>