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Grundbegriffe, OSI- und TCP/IP-Modell – und warum Schichten denken alles einfacher macht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Einstieg: eine Frage, die den ganzen Block trägt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die Grundbegriffe, die überall auftauchen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OSI-Modell: sieben Schichten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TCP/IP, Kapselung und Schicht-Denken als Diagnosewerkzeug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 – wir tragen eure Ergebnisse zusammen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1/27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in zehn Minuten am Whiteboard,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2/27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435608" y="2743200"/>
            <a:ext cx="6272784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7884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Systeme sich erreichen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48812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2657856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57856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Systeme entkoppeln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9740" y="266547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4748784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48784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Anwendungen verpacken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30668" y="266547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39712" y="219456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39712" y="290779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zusammenbringen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Netzwerkwissen fehlt euch später die Sprache für Container-Netze, Cloud-Architekturen und Sicherheitszonen.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3/27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Netzwerk im Kern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45920"/>
            <a:ext cx="7461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oder mehr Geräte, die nach vereinbarten Regeln Daten austauschen.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2743200"/>
            <a:ext cx="2523744" cy="13258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2743200"/>
            <a:ext cx="41148" cy="13258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8895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Verbindung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191256"/>
            <a:ext cx="21214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Medium, über das Signale laufen: Kupfer, Glasfaser oder Funk.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2743200"/>
            <a:ext cx="2523744" cy="13258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2743200"/>
            <a:ext cx="41148" cy="13258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8895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3191256"/>
            <a:ext cx="21214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Gerät braucht eine eindeutige Kennung, sonst weiß niemand, wohin.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2743200"/>
            <a:ext cx="2523744" cy="13258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2743200"/>
            <a:ext cx="41148" cy="13258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8895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3191256"/>
            <a:ext cx="21214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Protokolle legen fest, wie gefragt, geantwortet und quittiert wird.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Fehlt einer der drei Punkte, gibt es keine Kommunikation – nur Rauschen.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4/27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6/27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des Alltags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Reichweiten, Topologien, Rollen und Kennzahlen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nach Reichweite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Abkürzungen unterscheiden sich nur in einem Buchstaben – und in Kilometern.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29968" y="19751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Reichweite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224528" y="1975104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Typisches Beispiel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029968" y="23408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wenige Meter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224528" y="2340864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Kopfhörer per Bluetooth am Handy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029968" y="26700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Gebäude oder Gelände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24528" y="2670048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Büronetz, Werkshalle, Heimnetz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029968" y="29992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Gebäude, drahtlos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224528" y="2999232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dasselbe LAN, nur über Funk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029968" y="33284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Stadtgebiet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224528" y="3328416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Standorte einer Stadtverwaltung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29968" y="36576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oder weltweit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224528" y="3657600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Standortkopplung, das Internet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Merksatz: LAN ist das, was euch gehört. WAN ist das, was ihr mietet.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7/27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wie die Geräte verbunden sind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an einen zentralen Switch.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der Normalfall im LAN.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 des Sterns trifft alle.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10612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2610612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2848356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8356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mit zwei Nachbarn.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Industrie verbreitet.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Bruch wird umgeleitet.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54296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654296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an einer Leitung.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Historisch, heute selten.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Defekt legt alles lahm.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97980" y="1645920"/>
            <a:ext cx="1879092" cy="2057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0" y="1645920"/>
            <a:ext cx="41148" cy="2057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6935724" y="179222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5724" y="2112264"/>
            <a:ext cx="147675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 Wege zum Ziel.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Grundprinzip des Internets.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Teuer, aber ausfallsicher.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8010144" cy="5669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840480"/>
            <a:ext cx="41148" cy="5669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986784"/>
            <a:ext cx="7607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Wichtig ist nicht das Bild, sondern die Folge: Welcher Ausfall legt wie viel lahm?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8/27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Client/Server oder gleichberechtigt?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Modelle, wie Geräte ihre Aufgaben untereinander verteilen.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Client-Server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Dienst wartet, viele fragen an.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Zentral verwaltbar: Rechte, Backup, Updates an einer Stelle.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ist der Engpass und das Ausfallrisiko.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Beispiele: Webserver, Datenbank, Dateiserver.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Peer-to-Peer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ist zugleich Anbieter und Nutzer.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zentraler Punkt, der ausfallen kann.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 zu verwalten und abzusichern.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Beispiele: Dateifreigaben im Kleinbüro, Blockchain.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Unternehmen fast immer Client-Server – wegen Verwaltbarkeit, nicht wegen Technik.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9/27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auf jeder Schicht anders – und das ist kein Zufall.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2140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33088" y="197510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2140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2340864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nichts, nur Signal auf der Leitung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2140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33088" y="26700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2140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33088" y="2999232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12140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33088" y="3328416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 und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12140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657600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10/27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gleich Geschwindigkeit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Kennzahlen, die im Betrieb ständig durcheinandergeworfen werden.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Mbit/s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669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gleichzeitig durchpasst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6243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6243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Latenz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lange ein Paket unterwegs ist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6817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 ms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6817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stark die Latenz schwankt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739128" y="2103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739128" y="256032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352044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Bild dazu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4672" y="3950208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die Zahl der Fahrspuren, Latenz die Fahrzeit. Eine zwölfspurige Autobahn hilft nicht, wenn der Weg um die halbe Welt führt.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11/27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Netzwerk hat zu viele Aufgaben, um sie an einem Stück zu lösen. Also zerlegt man sie.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genau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 –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Hersteller können unabhängig voneinander entwickeln und bleiben kompatibel.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474720"/>
            <a:ext cx="8010144" cy="960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74720"/>
            <a:ext cx="41148" cy="960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2102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Post-Analogie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0448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schreibt den Brief (Schicht 7), steckt ihn in einen Umschlag mit Adresse (Schicht 3), die Post sortiert nach Postleitzahl und der Fahrer kennt nur die nächste Station (Schicht 2).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12/27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SIEBEN SCHICHTEN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OSI-Modell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572768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1572768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30168" y="1572768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SSH – was der Nutzer sieht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1947672"/>
            <a:ext cx="8010144" cy="3383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1947672"/>
            <a:ext cx="310896" cy="338328"/>
          </a:xfrm>
          <a:prstGeom prst="rect">
            <a:avLst/>
          </a:prstGeom>
          <a:solidFill>
            <a:srgbClr val="5C6377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947672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1947672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30168" y="1947672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Verschlüsselung, Kompression, Zeichensatz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322576"/>
            <a:ext cx="8010144" cy="3383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2322576"/>
            <a:ext cx="310896" cy="338328"/>
          </a:xfrm>
          <a:prstGeom prst="rect">
            <a:avLst/>
          </a:prstGeom>
          <a:solidFill>
            <a:srgbClr val="5C6377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322576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" y="2322576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Sitzung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30168" y="2322576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Auf- und Abbau von Sitzungen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697480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2697480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2697480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2697480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30168" y="2697480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 und UDP, Portnummern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072384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072384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072384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24128" y="3072384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Vermittlung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30168" y="3072384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IP-Adressen, Routing zwischen Netzen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47288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1" name="Shape 29"/>
          <p:cNvSpPr/>
          <p:nvPr/>
        </p:nvSpPr>
        <p:spPr>
          <a:xfrm>
            <a:off x="566928" y="3447288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2" name="Text 30"/>
          <p:cNvSpPr/>
          <p:nvPr/>
        </p:nvSpPr>
        <p:spPr>
          <a:xfrm>
            <a:off x="566928" y="3447288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24128" y="3447288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Sicherung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30168" y="3447288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MAC-Adressen, Switch, Frames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822192"/>
            <a:ext cx="8010144" cy="33832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6" name="Shape 34"/>
          <p:cNvSpPr/>
          <p:nvPr/>
        </p:nvSpPr>
        <p:spPr>
          <a:xfrm>
            <a:off x="566928" y="3822192"/>
            <a:ext cx="310896" cy="3383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822192"/>
            <a:ext cx="310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4128" y="3822192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Physisch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30168" y="3822192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Kabel, Stecker, Funk, Signalpegel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1" name="Text 39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hervorgehobenen Schichten braucht ihr täglich. 5 und 6 tauchen in der Praxis kaum getrennt auf.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13/27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SCHICHTEN – DAS ECHTE INTERNET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TCP/IP-Modell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ist das Lehrmodell, TCP/IP das tatsächlich gebaute. Beide müsst ihr zuordnen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395728" y="19751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entspricht OSI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98848" y="1975104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dort passiert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95728" y="23408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7, 6, 5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98848" y="234086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SSH, TLS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27066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95728" y="27066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98848" y="270662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TCP, UDP, Ports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" y="3072384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072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95728" y="30723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98848" y="307238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IP, Routing, ICMP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Netzzugang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395728" y="34381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2, 1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98848" y="3438144"/>
            <a:ext cx="3986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Ethernet, WLAN, Kabel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14/27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dem Weg nach unten bekommt jede Schicht ihren eigenen Kopfteil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75588" y="2697480"/>
            <a:ext cx="6592824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97864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„Hallo Server“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46070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2215134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15134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Segment, Layer 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94276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3863340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863340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Paket, Layer 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42482" y="2619756"/>
            <a:ext cx="155448" cy="155448"/>
          </a:xfrm>
          <a:prstGeom prst="ellipse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5511546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MAC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511546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Frame, Layer 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90688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21488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59752" y="286207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Bits, Layer 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Empfänger läuft es rückwärts: jede Schicht packt ihren Teil aus und reicht den Rest nach oben. Genau deshalb kann ein Router die IP lesen, ohne die Anwendung zu kennen.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15/27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SCHICHT-DENKEN IM ALLTAG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das wirklich braucht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sind nichts zum Auswendiglernen, sondern ein Suchraster für den Alltag.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 prüfen: Kabel, Adresse, Weg, Port, Dienst. Die erste Schicht, die scheitert, ist die Ursache.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hat ihre eigene Abwehr: Portsicherheit auf 2, Firewall auf 3 und 4, Web-Filter auf 7.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Langsam heißt selten „das Netz“. Es ist Latenz, Paketverlust oder eine wartende Anwendung.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dieses Vorgehen probt ihr gleich im Breakout.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16/27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61888" y="162763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 (Windows)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199339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überhaupt eine Verbindung da?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61888" y="1993392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408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34086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 sehe ich im lokalen Netz?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61888" y="2340864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688336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6883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68833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Erreiche ich das Ziel, und wie?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61888" y="2688336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/ tracert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0358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03580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der Port offen?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961888" y="303580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383280"/>
            <a:ext cx="8193024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3832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383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jemand diesen Namen?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61888" y="338328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886200"/>
            <a:ext cx="8010144" cy="5029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3886200"/>
            <a:ext cx="41148" cy="502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03250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und Linux: ip addr · traceroute · nc -vz host port · dig statt nslookup.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17/27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messt an eurem eigenen Rechner nach, was wir gerade an der Tafel hatten. Keine Installation nötig.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Sechs Werte über euren Rechner heraussuchen – und jedem die richtige Schicht zuordnen.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live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ausführen und notieren, welche Schicht jeder davon beweist.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Fehlerbilder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einsortieren: Welche Schicht ist schuld, welcher Befehl zeigt es?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ist die wichtigste. Wer früh fertig ist, bekommt die Kür in Station 4.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18/27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Einer teilt den Bildschirm, alle tippen bei sich mit.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unter Windows die PowerShell, nicht die alte Eingabeaufforderung.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eure Ergebnisse ins gemeinsame Dokument – wir gehen sie nachher durch.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Werte sehen anders aus als meine Beispiele. Genau das ist der Punkt.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komme in jeden Raum. Wenn es klemmt: ruft mich, oder schreibt in den Chat.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3703320"/>
            <a:ext cx="8010144" cy="731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703320"/>
            <a:ext cx="41148" cy="731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849624"/>
            <a:ext cx="760780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Anleitung mit allen Befehlen und Notizfeldern steht auf der Kursseite: Netzwerke → Praxis: Der Schichten-Check.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19/27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– der Netz-Steckbrief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Findet diese sechs Werte und schreibt daneben, zu welcher Schicht sie gehören.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8010144" cy="1463040"/>
          </a:xfrm>
          <a:prstGeom prst="rect">
            <a:avLst/>
          </a:prstGeom>
          <a:solidFill>
            <a:srgbClr val="EEF0FB"/>
          </a:solidFill>
          <a:ln w="127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20240"/>
            <a:ext cx="8010144" cy="2194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929384"/>
            <a:ext cx="7717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2231136"/>
            <a:ext cx="76443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C:\&gt; ipconfig /all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ip addr        # oder: ifconfig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ip route       # Zeile "default via ..." = Gateway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3493008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IPv4-Adresse und Subnetzmaske · Standardgateway · DNS-Server</a:t>
            </a:r>
            <a:endParaRPr lang="en-US" sz="1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Physische Adresse (MAC) · DHCP aktiviert ja oder nein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Achtung: Der richtige Adapter ist der mit einem Standardgateway.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20/27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– die Schichten in Aktion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691640"/>
          </a:xfrm>
          <a:prstGeom prst="rect">
            <a:avLst/>
          </a:prstGeom>
          <a:solidFill>
            <a:srgbClr val="EEF0FB"/>
          </a:solidFill>
          <a:ln w="12700">
            <a:solidFill>
              <a:srgbClr val="DFE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27632"/>
            <a:ext cx="8010144" cy="2194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36776"/>
            <a:ext cx="7717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9808" y="1938528"/>
            <a:ext cx="764438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ping &lt;euer Gateway&gt;            # kommt ihr bis zum Router?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arp -a                         # wen sieht euer Rechner lokal?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nslookup github.com            # welche IP steckt hinter dem Namen?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tracert github.com             # welchen Weg nimmt das Paket?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72E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Test-NetConnection github.com -Port 443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456432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3456432"/>
            <a:ext cx="41148" cy="9144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3602736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Aufgabe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3886200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Notiert zu jedem Befehl: Welche Schicht prüft er, und woran seht ihr das in der Ausgabe? Bei tracert reichen die ersten fünf Zeilen.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21/27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– fünf Störungen einsortieren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Fall: Welche Schicht ist betroffen, und mit welchem Befehl weist ihr es nach?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rotes Kreuz, kein Kabel steckt.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nirgendwo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funktioniert,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so landen diese Fälle im Job auf eurem Tisch – meist als „Internet geht nicht“.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22/27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FÜR SCHNELLE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– die Kür: Wege vergleichen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früh fertig seid: Vergleicht eure Ausgaben von tracert untereinander.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führt tracert github.com aus und teilt die ersten fünf Zeilen.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welchem Punkt sehen eure Wege gleich aus – und wo unterscheiden sie sich?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Zeilen gehören noch zu eurem eigenen Netz, welche schon zum Anbieter?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hat der erste Hop bei fast allen eine Adresse, die mit 192.168 beginnt?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03320"/>
            <a:ext cx="8010144" cy="731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703320"/>
            <a:ext cx="41148" cy="7315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49624"/>
            <a:ext cx="760780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Gewinn dabei: Ihr seht an echten Daten, dass es keinen einen Weg ins Internet gibt – jeder von euch nimmt einen anderen, bis sie sich irgendwo treffen.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23/27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Reihum: eine Gruppe zeigt ihren Steckbrief, die anderen ergänzen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hat fast jeder eine 192.168er-Adresse? – private Adressbereiche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Befehle, jeder einer Schicht zugeordnet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 – auflösen und begründen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war unerwartet? Woran seid ihr hängengeblieben?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03320"/>
            <a:ext cx="8010144" cy="71323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03320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849624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Wichtiger als die richtige Antwort ist die Begründung: Woran habt ihr die Schicht erkannt? Wer das sagen kann, findet auch den nächsten Fehler.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24/27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Adresse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DHCP erreichbar, Selbstvergabe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schlägt fehl, ping auf IP klappt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Latenz und Verlust in ping ansehen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 prüfen. Die erste Schicht, die nicht antwortet, ist die Ursache.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25/27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Netz braucht drei Dinge: Verbindung, Adressen, Regeln.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hat sieben Schichten, TCP/IP vier – ihr müsst sie zuordnen können.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 heißt: von unten nach oben, Schicht für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99592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Client-Server · Latenz · Bandbreite · Frame, Paket, Segment. Diese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26/27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freiwillig – aber der Montag wird deutlich leichter, wenn ihr das gemacht habt.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Seiten „Grundbegriffe“ und „OSI- und TCP/IP-Modell“ in Ruhe durchgehen, inklusive der Selbstkontrollfragen am Ende.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Nachholen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im Breakout nicht bis Station 3 gekommen ist: Der Schichten-Check steht vollständig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 rechnen wir Subnetze. Bringt Papier, Stift und einen wachen Kopf mit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27/27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2026-08-26T12:34:36Z</dcterms:created>
  <dcterms:modified xsi:type="dcterms:W3CDTF">2026-08-26T12:34:36Z</dcterms:modified>
</cp:coreProperties>
</file>