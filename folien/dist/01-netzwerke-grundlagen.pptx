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in der Ausbildung fehlte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in der Ausbildung nicht vorkam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Netzwerkwissen fehlt euch später die Sprache für Container-Netze, Cloud-Architekturen und Sicherheitszonen.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3/22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Industrie- und Anlagenvernetzung stand in keiner FISI-Ausbildung. Genau dort liegt der Kern dieser Fortbildung.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der Ausbildung nicht vorkam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alle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7/22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erfahrungsgemäß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auf die es ankommt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wie es aussieht, sondern was ausfällt. Der Ring ist der Grund, warum die Industrie anders baut als das Büro – dort darf ein einzelner Kabelbruch die Linie nicht anhalten.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auf jeder Schicht anders – und das ist kein Zufall.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gleich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stark die Latenz schwankt. Killt Sprache und Video, nicht Downloads.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101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holt es nach – das kostet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533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Alltagsfall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Leitung ist zu klein" stimmt selten. Meist wartet etwas anderes.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genau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 –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Hersteller können unabhängig voneinander entwickeln und bleiben kompatibel.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Arbeiten. Gerechnet und gemessen wird auf 2, 3 und 4.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12/22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84448"/>
            <a:ext cx="8010144" cy="80467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84448"/>
            <a:ext cx="41148" cy="80467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730752"/>
            <a:ext cx="76078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kann ein Router die IP lesen, ohne die Anwendung zu kennen: Er packt nur bis Schicht 3 aus, entscheidet, wohin es weitergeht, und verpackt wieder. Was darin steckt, geht ihn nichts 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13/22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SCHICHT-DENKEN IM ALLTAG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das wirklich braucht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sind nichts zum Auswendiglernen, sondern ein Suchraster für den Alltag.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 prüfen: Kabel, Adresse, Weg, Port, Dienst. Die erste Schicht, die scheitert, ist die Ursache.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hat ihre eigene Abwehr: Portsicherheit auf 2, Firewall auf 3 und 4, Web-Filter auf 7.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 heißt selten „das Netz“. Es ist Latenz, Paketverlust oder eine wartende Anwendung.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dieses Vorgehen probt ihr gleich im Breakout.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14/22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8010144" cy="47548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931920"/>
            <a:ext cx="41148" cy="47548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78224"/>
            <a:ext cx="7607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und Linux: ip addr oder ifconfig · traceroute · nc -vz host port · dig statt nslookup.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15/22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4140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414016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816352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81635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81635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21868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Kür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218688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tracert-Ausgaben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712464"/>
            <a:ext cx="8010144" cy="69494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712464"/>
            <a:ext cx="41148" cy="69494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58768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Befehle zum Kopieren – für Windows, macOS und Linux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142232"/>
            <a:ext cx="7607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  →  Netzwerke  →  Praxis: Der Schichten-Check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16/22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Bestimmt jemanden, der nachher für eure Gruppe spricht.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2504"/>
            <a:ext cx="7607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17/22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18/22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00784"/>
            <a:ext cx="7598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Gruppe zeigt ihren Steckbrief, die anderen ergänzen nur Abweichungen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066544"/>
            <a:ext cx="7598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hat fast jeder eine 192.168er-Adresse?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432304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323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432304"/>
            <a:ext cx="7598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 – was beweist ein Erfolg, was beweist er nicht?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798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798064"/>
            <a:ext cx="7598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nimmt einen Fall und begründet ihn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163824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16382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163824"/>
            <a:ext cx="7598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352958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78408" y="3529584"/>
            <a:ext cx="7598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986784"/>
            <a:ext cx="8010144" cy="4206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986784"/>
            <a:ext cx="41148" cy="42062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133088"/>
            <a:ext cx="76078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19/22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vier. Gearbeitet wird auf 2, 3 und 4.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21/22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freiwillig – aber der Montag wird deutlich leichter, wenn ihr das gemacht habt.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wenn etwas hakte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Seiten „Grundbegriffe“ und „OSI- und TCP/IP-Modell“ stehen auf der Kursseite. Gedacht für die Stellen, an denen ihr heute gestockt habt – nicht zum Durchlesen.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Nachholen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nicht bis zu den Störungen gekommen ist: Station 3 lohnt sich. Die Auflösungen stehen zum Aufklappen darunter.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 rechnen wir Subnetze. Bringt Papier, Stift und einen wachen Kopf mit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22/22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2026-08-26T13:51:06Z</dcterms:created>
  <dcterms:modified xsi:type="dcterms:W3CDTF">2026-08-26T13:51:06Z</dcterms:modified>
</cp:coreProperties>
</file>