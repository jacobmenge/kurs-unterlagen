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dort meist zu kurz 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bisher meist zu kurz 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Industrie- und Anlagenvernetzung kam in den meisten Ausbildungen höchstens am Rand vor. Dort liegt der Kern dieser Fortbildung.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4/25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15910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5/25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6/25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meist zu kurz 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die meisten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7/25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den Chat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ist euch jede dieser Formen schon begegnet – im Job oder zuhause? Ein Beispiel je Form reicht. Aufgelöst wird Klick für Klick.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8/25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9/25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10/25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11/25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711696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3"/>
          <p:cNvSpPr/>
          <p:nvPr/>
        </p:nvSpPr>
        <p:spPr>
          <a:xfrm>
            <a:off x="6711696" y="347472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im Internet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WLAN-Mesh zuhause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Spine-Leaf im RZ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9280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16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92808" y="23408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30168" y="234086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– nur das Signal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892808" y="2670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67004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92808" y="299923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30168" y="2999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892808" y="33284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30168" y="332841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Portnummern,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92808" y="36576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30168" y="3657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pic>
        <p:nvPicPr>
          <p:cNvPr id="28" name="Image 0" descr="/Users/jacobmenge/Desktop/kurs-unterlagen/folien/assets/diagramme/dateneinhei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340864"/>
            <a:ext cx="2304288" cy="1645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13/25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Schwankende Latenz. Stört Telefonie und Video – ein Download merkt davon nichts.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817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46817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49194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194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schickt es nach – und das Nachschicken kostet die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14/25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15/25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 – die Schicht-Nummern nimmt trotzdem jeder aus OSI.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16/25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Router packt nur bis Schicht 3 aus – was in der HTTP-Nachricht steht, geht ihn nichts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17/25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8010144" cy="43891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4023360"/>
            <a:ext cx="41148" cy="43891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169664"/>
            <a:ext cx="7607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 · nc -vz host port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18/25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63670"/>
            <a:ext cx="7607808" cy="32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19/25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21/25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22/25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23/25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 – gemessen habt ihr heute auf allen außer 5 und 6.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24/25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Bitte und zwei Angebote – die Bitte zuerst.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Formular aus dem Chat: gut 20 Minuten, bis Montag. Kein Test – es zeigt mir, wo wir gründlich einsteigen müssen.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hakte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„Grundbegriffe“ und „OSI und TCP/IP“ stehen auf der Kursseite. Und wer nicht bis zu den Störungen kam: Station 3 lohnt sich.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rechnen wir Subnetze. Papier und Stift reichen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25/25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2026-08-31T13:55:58Z</dcterms:created>
  <dcterms:modified xsi:type="dcterms:W3CDTF">2026-08-31T13:55:58Z</dcterms:modified>
</cp:coreProperties>
</file>