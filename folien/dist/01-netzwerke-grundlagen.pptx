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dort meist zu kurz kam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bisher meist zu kurz 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Container-Netze, Cloud-Subnetze, Sicherheitszonen: dieselben Begriffe, anderer 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Industrie- und Anlagenvernetzung kam in den meisten Ausbildungen höchstens am Rand vor. Dort liegt der Kern dieser Fortbildung.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15910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bisher meist zu kurz 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die meisten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gern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auf die es ankommt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wie es aussieht, sondern was ausfällt. Der Ring ist der Grund, warum die Industrie anders baut als das Büro – dort darf ein einzelner Kabelbruch die Linie nicht anhalten.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Namen für dieselben Daten. Der Unterschied ist nur, was drumherum steht.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2140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33088" y="197510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12140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33088" y="2340864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nichts, nur Signal auf der Leitung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2140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33088" y="26700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2140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33088" y="2999232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12140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33088" y="3328416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 und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12140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33088" y="3657600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21214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80790"/>
            <a:ext cx="21214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Schwankende Latenz. Stört Sprache und Video.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101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493008"/>
            <a:ext cx="21214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780790"/>
            <a:ext cx="21214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holt es nach – das kostet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533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493008"/>
            <a:ext cx="21214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Alltagsfall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780790"/>
            <a:ext cx="21214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Leitung ist zu klein" stimmt selten. Meist wartet etwas anderes.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raten.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die Abwehr sitzt schichtweise: Portsicherheit auf 2, Firewall auf 3 und 4, Web-Filter auf 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 – die Schicht-Nummern nimmt trotzdem jeder aus OSI.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84448"/>
            <a:ext cx="8010144" cy="80467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84448"/>
            <a:ext cx="41148" cy="80467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730752"/>
            <a:ext cx="76078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kann ein Router die IP lesen, ohne die Anwendung zu kennen: Er packt nur bis Schicht 3 aus, entscheidet, wohin es weitergeht, und verpackt wieder. Was darin steckt, geht ihn nichts an.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58768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858768"/>
            <a:ext cx="41148" cy="5486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005072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ifconfig · arp -a · traceroute · dig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ip -brief addr · ip neigh · tracepath · resolvectl query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195681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2257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6883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68833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05409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Wegverfolgungen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29584"/>
            <a:ext cx="8010144" cy="8778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529584"/>
            <a:ext cx="41148" cy="87782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7588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963670"/>
            <a:ext cx="7607808" cy="324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Befehle für alle drei Systeme:   jacobmenge.github.io/kurs-unterlagen/netzwerke/praxis-schichten-check/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 &lt;Link zum Ergebnis-Dokument hier eintragen&gt;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und euer Auswertungsfall stehen fest – bearbeitet trotzdem alle fünf Störungen.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Steckbrief – und warum fast alle eine 192.168er-Adresse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199339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fe80::-Adresse, die dabei mit aufgetaucht 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4086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4086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Befehle: Was beweist ein Erfolg, was beweist er nicht?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" y="2688336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begründet ihren Fall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3580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35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78408" y="3035808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8408" y="338328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der Kür war: zwei Wegverfolgungen nebeneinander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373075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7307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" y="373075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oder nc -vz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 – gemessen habt ihr heute auf allen außer 5 und 6.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Bitte und zwei Angebote – die Bitte zuerst.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Formular aus dem Chat: gut 20 Minuten, bis Montag. Kein Test – es zeigt mir, wo wir gründlich einsteigen müssen.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hakte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„Grundbegriffe“ und „OSI und TCP/IP“ stehen auf der Kursseite. Und wer nicht bis zu den Störungen kam: Station 3 lohnt sich.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rechnen wir Subnetze. Papier und Stift reichen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 · Papier und Stift mitbringen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2026-08-26T15:00:32Z</dcterms:created>
  <dcterms:modified xsi:type="dcterms:W3CDTF">2026-08-26T15:00:32Z</dcterms:modified>
</cp:coreProperties>
</file>