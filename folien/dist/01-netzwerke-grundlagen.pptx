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dort meist zu kurz kam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bisher meist zu kurz 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3/25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Industrie- und Anlagenvernetzung kam in den meisten Ausbildungen höchstens am Rand vor. Dort liegt der Kern dieser Fortbildung.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4/25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15910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5/25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6/25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bisher meist zu kurz 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die meisten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7/25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gern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den Chat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ist euch jede dieser Formen schon begegnet – im Job oder zuhause? Ein Beispiel je Form reicht. Aufgelöst wird Klick für Klick.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8/25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9/25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10/25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11/25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711696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3"/>
          <p:cNvSpPr/>
          <p:nvPr/>
        </p:nvSpPr>
        <p:spPr>
          <a:xfrm>
            <a:off x="6711696" y="347472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im Internet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WLAN-Mesh zuhause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Spine-Leaf im RZ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92808" y="1975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168" y="19751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92808" y="23408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30168" y="234086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– nur das Signal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892808" y="2670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30168" y="267004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92808" y="299923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30168" y="2999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892808" y="33284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30168" y="332841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Portnummern,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92808" y="36576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30168" y="36576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pic>
        <p:nvPicPr>
          <p:cNvPr id="28" name="Image 0" descr="/Users/jacobmenge/Desktop/kurs-unterlagen/folien/assets/diagramme/dateneinhei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340864"/>
            <a:ext cx="2304288" cy="1645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13/25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38953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34930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80790"/>
            <a:ext cx="34930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Schwankende Latenz. Stört Telefonie und Video – ein Download merkt davon nichts.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81728" y="3346704"/>
            <a:ext cx="38953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46817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4919472" y="3493008"/>
            <a:ext cx="34930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19472" y="3780790"/>
            <a:ext cx="34930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schickt es nach – und das Nachschicken kostet die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14/25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15/25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 – die Schicht-Nummern nimmt trotzdem jeder aus OSI.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16/25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84448"/>
            <a:ext cx="8010144" cy="80467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84448"/>
            <a:ext cx="41148" cy="80467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730752"/>
            <a:ext cx="76078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kann ein Router die IP lesen, ohne die Anwendung zu kennen: Er packt nur bis Schicht 3 aus, entscheidet, wohin es weitergeht, und verpackt wieder. Was darin steckt, geht ihn nichts an.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17/25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58768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858768"/>
            <a:ext cx="41148" cy="5486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005072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ip -brief addr · ip neigh · tracepath · resolvectl query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18/25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63670"/>
            <a:ext cx="7607808" cy="324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19/25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20/25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21/25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22/25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23/25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 – gemessen habt ihr heute auf allen außer 5 und 6.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24/25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Bitte und zwei Angebote – die Bitte zuerst.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Formular aus dem Chat: gut 20 Minuten, bis Montag. Kein Test – es zeigt mir, wo wir gründlich einsteigen müssen.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hakte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„Grundbegriffe“ und „OSI und TCP/IP“ stehen auf der Kursseite. Und wer nicht bis zu den Störungen kam: Station 3 lohnt sich.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rechnen wir Subnetze. Papier und Stift reichen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25/25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 · Papier und Stift mitbringen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2026-08-26T15:34:02Z</dcterms:created>
  <dcterms:modified xsi:type="dcterms:W3CDTF">2026-08-26T15:34:02Z</dcterms:modified>
</cp:coreProperties>
</file>