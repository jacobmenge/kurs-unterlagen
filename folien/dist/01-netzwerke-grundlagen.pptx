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6/25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euch jede dieser Formen schon begegnet – im Job oder zuhause? Ein Beispiel je Form reicht. Aufgelöst wird Klick für Klick.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11696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3"/>
          <p:cNvSpPr/>
          <p:nvPr/>
        </p:nvSpPr>
        <p:spPr>
          <a:xfrm>
            <a:off x="6711696" y="347472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im Internet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WLAN-Mesh zuhause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Spine-Leaf im RZ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9280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16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92808" y="23408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30168" y="234086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– nur das Signal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892808" y="2670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6700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92808" y="29992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30168" y="2999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92808" y="33284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30168" y="33284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Portnummern,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92808" y="36576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3657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pic>
        <p:nvPicPr>
          <p:cNvPr id="28" name="Image 0" descr="/Users/jacobmenge/Desktop/kurs-unterlagen/folien/assets/diagramme/dateneinhei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340864"/>
            <a:ext cx="2304288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13/25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Telefonie und Video – ein Download merkt davon nichts.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17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46817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49194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194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schickt es nach – und das Nachschicken kostet die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14/25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15/25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16/25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Router packt nur bis Schicht 3 aus – was in der HTTP-Nachricht steht, geht ihn nichts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17/25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18/25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19/25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21/25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22/25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23/25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24/25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2026-08-26T15:46:23Z</dcterms:created>
  <dcterms:modified xsi:type="dcterms:W3CDTF">2026-08-26T15:46:23Z</dcterms:modified>
</cp:coreProperties>
</file>