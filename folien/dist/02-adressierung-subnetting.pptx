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unterlagen/folien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Adressierung und Subnetting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wird gerechnet – Papier und Stift reichen, Taschenrechner braucht ihr nicht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31. August 2026 · 18:00–21:00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810512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10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1810512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Standortbestimmung – die ersten Ergebnisse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066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2066544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auseinandergenommen: Aufbau, Maske, Präfixe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322576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22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18:25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2322576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Rechnen: Blockgrößen, Netz- und Broadcast-Adresse, drei Aufgaben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578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18:45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72768" y="2578608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" y="2834640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834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18:55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72768" y="2834640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Adressen und NAT – und IPv6 kompakt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090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3090672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für die Breakout-Übung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" y="3346704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3467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19:25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3346704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Breakout: Subnetz-Architekten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3602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72768" y="3602736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Auswertung: eure Netzpläne im Vergleich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" y="3858768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858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20:50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72768" y="3858768"/>
            <a:ext cx="7004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 auf Mittwoch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" y="4233672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187952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Mittwoch schließen wir den Netzwerkblock ab – danach geht es in die Virtualisierung.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1/20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VON 14 HABEN GEANTWORTET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Standortbestimmung – danke!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Netzwerkfragen aus dem Formular. Zwei davon habt ihr komplett abgeräumt.</a:t>
            </a:r>
            <a:endParaRPr lang="en-US" sz="1300" dirty="0"/>
          </a:p>
        </p:txBody>
      </p:sp>
      <p:pic>
        <p:nvPicPr>
          <p:cNvPr id="6" name="Image 0" descr="/Users/jacobmenge/Desktop/kurs-unterlagen/folien/assets/diagramme/umfrage-net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20240"/>
            <a:ext cx="8010144" cy="1874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dritte Frage ist kein Zufallstreffer – am Ende des Abends beantwortet sie jeder hier im Schlaf.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2/20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auseinandergenommen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in 192.168.2.33/24 wirklich drinsteckt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AUFBAU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Adresse, zwei Hälften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ip-aufb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Maske zieht die Grenze: Alles unter den Einsen ist Netz, der Rest gehört dem Gerät.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Maske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3/20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REFERENZ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Präfixe, mit denen ihr rechnen werdet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Werkzeug für heute. Blockgröße = 2 hoch Hostbits – jeder Schritt halbiert.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Präfix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83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93008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Blockgröße · nutzbar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075688"/>
            <a:ext cx="54864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148840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148840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2148840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3008" y="2148840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· 254 Geräte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432304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432304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255.255.255.128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93008" y="243230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· 126 Geräte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2715768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715768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72768" y="2715768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255.255.255.192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93008" y="2715768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· 62 Geräte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2999232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72768" y="299923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255.255.255.224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93008" y="2999232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· 30 Geräte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" y="3282696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282696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72768" y="3282696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255.255.255.240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93008" y="3282696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14 Geräte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3566160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72768" y="3566160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255.255.255.248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93008" y="3566160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6 Geräte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" y="3849624"/>
            <a:ext cx="5669280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" y="3849624"/>
            <a:ext cx="731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/30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72768" y="3849624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255.255.255.252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93008" y="3849624"/>
            <a:ext cx="2468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2 – Router-Kopplung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1783080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OFT PASST DER BLOCK INS /24</a:t>
            </a:r>
            <a:endParaRPr lang="en-US" sz="1050" dirty="0"/>
          </a:p>
        </p:txBody>
      </p:sp>
      <p:pic>
        <p:nvPicPr>
          <p:cNvPr id="36" name="Image 0" descr="/Users/jacobmenge/Desktop/kurs-unterlagen/folien/assets/diagramme/praefix-balk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2148840"/>
            <a:ext cx="2304288" cy="1984248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8" name="Text 35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Auffällig: nutzbar ist immer Blockgröße minus 2. Warum – nächste Folie.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Maske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FRAGE AUS DER UMFRAGE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62 und nicht 64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block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00200"/>
            <a:ext cx="8010144" cy="1600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383280"/>
            <a:ext cx="8010144" cy="9144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383280"/>
            <a:ext cx="41148" cy="9144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52958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das Gateway?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817366"/>
            <a:ext cx="7607808" cy="361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Router braucht auch eine Adresse aus dem Block – meist die erste nutzbare. Wer Geräte zählt, plant ihn mit ein: 62 nutzbare heißt 61 für eure Geräte plus das Gateway.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und Maske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5/20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rechnet ihr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Aufgaben, Antworten in den Chat – aufgelöst wird per Klick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VIER SCHRITTEN ZU JEDEM NETZ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879092" cy="21031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737360"/>
            <a:ext cx="41148" cy="21031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83664"/>
            <a:ext cx="1476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Hostbits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203704"/>
            <a:ext cx="14767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minus Präfix. Bei /26: 32 − 26 = 6 Hostbits.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10612" y="1737360"/>
            <a:ext cx="1879092" cy="21031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2610612" y="1737360"/>
            <a:ext cx="41148" cy="21031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9"/>
          <p:cNvSpPr/>
          <p:nvPr/>
        </p:nvSpPr>
        <p:spPr>
          <a:xfrm>
            <a:off x="2848356" y="1883664"/>
            <a:ext cx="1476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Blockgröße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48356" y="2203704"/>
            <a:ext cx="14767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hoch Hostbits. 2⁶ = 64 – die Netze starten bei 0, 64, 128, 192.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54296" y="1737360"/>
            <a:ext cx="1879092" cy="21031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654296" y="1737360"/>
            <a:ext cx="41148" cy="21031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883664"/>
            <a:ext cx="1476756" cy="45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Block finden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386076"/>
            <a:ext cx="1476756" cy="1335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welchem Block liegt die Adresse? Der Blockanfang ist die Netzadresse.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97980" y="1737360"/>
            <a:ext cx="1879092" cy="21031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697980" y="1737360"/>
            <a:ext cx="41148" cy="210312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935724" y="1883664"/>
            <a:ext cx="1476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Minus zwei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5724" y="2203704"/>
            <a:ext cx="14767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 Adresse = Netz, letzte = Broadcast. Nutzbar ist, was dazwischen liegt.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diesen vier Schritten löst ihr jede Aufgabe von heute – und jede, die euch draußen begegnet.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6/20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– 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8010144" cy="1005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27632"/>
            <a:ext cx="41148" cy="10058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73936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192.168.10.77 liegt in einem /26-Netz.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12264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Netzadresse, erste und letzte nutzbare Adresse, Broadcast?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8010144" cy="1005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27632"/>
            <a:ext cx="41148" cy="10058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73936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192.168.10.77 liegt in einem /26-Netz.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12264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Netzadresse, erste und letzte nutzbare Adresse, Broadcast?</a:t>
            </a:r>
            <a:endParaRPr lang="en-US" sz="1300" dirty="0"/>
          </a:p>
        </p:txBody>
      </p:sp>
      <p:pic>
        <p:nvPicPr>
          <p:cNvPr id="9" name="Image 0" descr="/Users/jacobmenge/Desktop/kurs-unterlagen/folien/assets/diagramme/block-strah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788920"/>
            <a:ext cx="8010144" cy="11155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Nutzbar .65 bis .126 – der Blockanfang benennt das Netz, die letzte Adresse ruft alle.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8/20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– 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8010144" cy="1005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27632"/>
            <a:ext cx="41148" cy="10058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73936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Abteilung braucht Platz für 40 Geräte.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12264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Welches Präfix nehmt ihr – und warum nicht eins kleiner?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9/20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8010144" cy="1005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27632"/>
            <a:ext cx="41148" cy="10058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73936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Abteilung braucht Platz für 40 Geräte.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12264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Welches Präfix nehmt ihr – und warum nicht eins kleiner?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834640"/>
            <a:ext cx="8010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Hostbits: 2⁵ − 2 = 30 nutzbar → reicht nicht für 40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Hostbits: 2⁶ − 2 = 62 nutzbar → passt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Präfix = 32 − 6 = /26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 die kleinste Blockgröße, die noch reicht – plus Blick auf morgen: Wächst die Abteilung?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10/20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– ANTWORT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8010144" cy="1005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27632"/>
            <a:ext cx="41148" cy="10058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73936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172.16.4.130 liegt in einem /23-Netz.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12264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Netzadresse und Broadcast? Vorsicht, hier reicht das letzte Oktett nicht.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Rezept: Hostbits → Blockgröße → Block finden → minus zwei.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11/20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8010144" cy="10058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27632"/>
            <a:ext cx="41148" cy="10058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73936"/>
            <a:ext cx="7607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Adresse 172.16.4.130 liegt in einem /23-Netz.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112264"/>
            <a:ext cx="7607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Netzadresse und Broadcast? Vorsicht, hier reicht das letzte Oktett nicht.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834640"/>
            <a:ext cx="8010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Hostbits → Blockgröße 512: das dritte Oktett spielt mit, in Zweierschritten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Netze: 172.16.0.0, 172.16.2.0, 172.16.4.0 … → .4.130 liegt in 172.16.4.0/23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nutzbar 172.16.4.1 bis 172.16.5.254 · Broadcast 172.16.5.255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Präfix unter /24 heißt: Der Block läuft über mehrere dritte Oktette hinweg.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Rechenwerkstatt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12/20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Wem gehört 192.168?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Antwort auf die Frage vom Mittwoch – und der Blick auf IPv6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IHR ALLE DIESELBE ADRESSE HABEN DÜRFT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Adressen und NAT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nat-we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2148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private Bereiche gehören euch: 10.0.0.0/8 · 172.16.0.0/12 · 192.168.0.0/16 – im Internet werden sie nicht geroutet.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und v6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13/20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BLICK NACH VORN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 in fünf Minuten</a:t>
            </a:r>
            <a:endParaRPr lang="en-US" sz="2600" dirty="0"/>
          </a:p>
        </p:txBody>
      </p:sp>
      <p:pic>
        <p:nvPicPr>
          <p:cNvPr id="5" name="Image 0" descr="/Users/jacobmenge/Desktop/kurs-unterlagen/folien/assets/diagramme/ipv6-aufba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8010144" cy="1737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3383280"/>
            <a:ext cx="2523744" cy="102412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" y="3383280"/>
            <a:ext cx="41148" cy="102412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35295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Rechnen mehr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83133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Netz ist praktisch immer ein /64 – gerechnet wird beim Anbieter.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10128" y="3383280"/>
            <a:ext cx="2523744" cy="102412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8"/>
          <p:cNvSpPr/>
          <p:nvPr/>
        </p:nvSpPr>
        <p:spPr>
          <a:xfrm>
            <a:off x="3310128" y="3383280"/>
            <a:ext cx="41148" cy="102412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9"/>
          <p:cNvSpPr/>
          <p:nvPr/>
        </p:nvSpPr>
        <p:spPr>
          <a:xfrm>
            <a:off x="3547872" y="35295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Broadcast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47872" y="383133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Gezielte Gruppenrufe statt Alle-Rufen – das Minus-zwei entfällt.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53328" y="3383280"/>
            <a:ext cx="2523744" cy="102412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2"/>
          <p:cNvSpPr/>
          <p:nvPr/>
        </p:nvSpPr>
        <p:spPr>
          <a:xfrm>
            <a:off x="6053328" y="3383280"/>
            <a:ext cx="41148" cy="1024128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3"/>
          <p:cNvSpPr/>
          <p:nvPr/>
        </p:nvSpPr>
        <p:spPr>
          <a:xfrm>
            <a:off x="6291072" y="3529584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NAT-Zwang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91072" y="3831336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Adressen genug für alle – die Trennung übernimmt die Firewall.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und v6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14/20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Subnetz-Architekten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Minuten in Gruppen – ihr plant das Netz der Müller GmbH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50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Auftrag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Müller GmbH zieht um. Ihr bekommt ein /24 und schneidet daraus die Abteilungsnetze – nur mit Stift, Papier und dem Rezept von eben.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2011680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011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35608" y="2011680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Abteilung die Hostbits bestimmen – Formel: 2 hoch n minus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23957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35608" y="2395728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Größte zuerst: Präfixe wählen, Blöcke lückenlos schneiden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779776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77977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35608" y="2779776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Planungstabelle füllen: Netz, erste, letzte, Broadcast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316382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35608" y="3163824"/>
            <a:ext cx="7141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 im Online-Subnetzrechner – jede Zeile muss exakt passen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611880"/>
            <a:ext cx="8010144" cy="841248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611880"/>
            <a:ext cx="41148" cy="841248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75818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 – beides braucht ihr gleich im Raum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4045966"/>
            <a:ext cx="7607808" cy="288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 mit allen Zahlen:  jacobmenge.github.io/kurs-unterlagen/netzwerke/praxis-subnetting/</a:t>
            </a:r>
            <a:endParaRPr lang="en-US" sz="10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Ergebnisse eintragen:  &lt;Link zum Ergebnis-Dokument hier eintragen&gt;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15/20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SPIELREGELN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arbeitet ihr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700784"/>
            <a:ext cx="8010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Gleiche Gruppen wie beim Schichten-Check. Eine Person teilt den Bildschirm.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Öffnet den Link zur Kursseite jetzt – im Breakout-Raum seht ihr diese Folie nicht mehr.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Rechnet laut und gemeinsam. Wer einen anderen Weg hat: sagen, nicht schweigen.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Online-Rechner ist der Schiedsrichter – aber erst nach eurer Rechnung, nicht statt ihr.</a:t>
            </a:r>
            <a:endParaRPr lang="en-US" sz="12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es klemmt: in eurem Raum auf „Um Hilfe bitten“ klicken. Dann komme ich rein.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3602736"/>
            <a:ext cx="8010144" cy="8229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602736"/>
            <a:ext cx="41148" cy="82296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49040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20:15 sind alle wieder hier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36822"/>
            <a:ext cx="7607808" cy="270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Sprecher wie gehabt. Jede Gruppe zeigt nachher ihre Planungstabelle.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16/20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Eure Netzpläne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Lösungen, ein Vergleich – und die Probe aufs Exempel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 · 35 MINUTEN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gehen wir gemeinsam durch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8408" y="1737360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zeigt ihre Planungstabelle – kurz, nur die Eckwerte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12140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2121408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Vergleich: Wo unterscheiden sich die Pläne – und sind beide richtig?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505456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0545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8408" y="2505456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Probe: Passen alle Blöcke zusammen in das /24?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88950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2889504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bleibt übrig – und warum ist Reserve kein Fehler?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" y="3273552"/>
            <a:ext cx="7598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Bogen zur Umfrage: die /26-Frage, noch einmal für alle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794760"/>
            <a:ext cx="8010144" cy="54864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19" name="Shape 17"/>
          <p:cNvSpPr/>
          <p:nvPr/>
        </p:nvSpPr>
        <p:spPr>
          <a:xfrm>
            <a:off x="566928" y="3794760"/>
            <a:ext cx="41148" cy="5486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3941064"/>
            <a:ext cx="7607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gibt mehrere richtige Pläne. Falsch ist nur, was sich überlappt oder nicht reicht.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17/20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mögliche Lösung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58368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Abteilung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395728" y="1737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Präfix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10128" y="1737360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 · nutzbar · Broadcast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029968"/>
            <a:ext cx="8010144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2103120"/>
            <a:ext cx="8193024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103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 (100)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95728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/25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10128" y="210312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192.168.10.0 · .1–.126 · .127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2468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Gäste-WLAN (50)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95728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10128" y="246888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192.168.10.128 · .129–.190 · .191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" y="2834640"/>
            <a:ext cx="8193024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Produktion (20)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95728" y="28346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/27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10128" y="283464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192.168.10.192 · .193–.222 · .223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3200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(10)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395728" y="32004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/28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310128" y="320040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192.168.10.224 · .225–.238 · .239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" y="3566160"/>
            <a:ext cx="8193024" cy="36576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395728" y="3566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10128" y="356616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.240 bis .255 bleiben frei – Platz zum Wachsen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Größte zuerst vermeidet Lücken. Probe: 128 + 64 + 32 + 16 = 240 ≤ 256 – passt.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18/20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 DES ABENDS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nehmt ihr heute mit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8010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Maske zieht die Grenze zwischen Netzanteil und Hostanteil.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Blockgröße = 2 hoch Hostbits. Nutzbar = Blockgröße minus zwei.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Netzadresse benennt das Netz, Broadcast ruft alle – beide sind reserviert.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 heißt 10er, 172.16er, 192.168er – NAT übersetzt am Router nach draußen.</a:t>
            </a:r>
            <a:endParaRPr lang="en-US" sz="1350" dirty="0"/>
          </a:p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 </a:t>
            </a:r>
            <a:pPr indent="0" marL="0">
              <a:lnSpc>
                <a:spcPct val="92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IPv6 nimmt euch das Rechnen ab – das Netz ist fast immer ein /64.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566160"/>
            <a:ext cx="8010144" cy="96012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3566160"/>
            <a:ext cx="41148" cy="96012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71246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Begriffe von heute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000246"/>
            <a:ext cx="7607808" cy="4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Oktett · Maske · Präfix (CIDR) · Netzanteil, Hostanteil · Blockgröße · Netzadresse, Broadcast · RFC-1918-Bereiche · NAT · Link-local. Die Begriffe begleiten euch bis zum Schluss – im Kurs wie in der Prüfung.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19/20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NACHARBEIT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Mittwoch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Angebote, keine Pflicht – Mittwoch machen wir den Netzwerkblock fertig.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Nachrechnen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heute noch gestolpert ist: Auf der Seite „Adressierung“ stehen weitere Aufgaben mit Lösungsweg – zwei davon reichen.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Weiterlesen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wissen will, wie der Weg eines Aufrufs wirklich aussieht: „Praxis: github.com – die Spurensuche“ auf der Kursseite.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9202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9202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2140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VLAN und Netzwerksicherheit kompakt – und zum Abschluss lösen wir die Leitfrage vom ersten Abend ein.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Mittwoch, 2. September, 18:00 Uhr – das Finale des Netzwerkblocks.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20/20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Fragen?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Aufgaben, Lösungswege und die ganze Theorie stehen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2. September · Routing, VLAN und Sicherheit – das Blockfinale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Adressierung und Subnetting</dc:title>
  <dc:subject>Abend 2 im Themenblock Planung, Konzeptionierung, Integration</dc:subject>
  <dc:creator>Jacob Menge</dc:creator>
  <cp:lastModifiedBy>Jacob Menge</cp:lastModifiedBy>
  <cp:revision>1</cp:revision>
  <dcterms:created xsi:type="dcterms:W3CDTF">2026-08-31T13:55:58Z</dcterms:created>
  <dcterms:modified xsi:type="dcterms:W3CDTF">2026-08-31T13:55:58Z</dcterms:modified>
</cp:coreProperties>
</file>