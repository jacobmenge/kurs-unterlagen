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die ersten Ergebnisse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schließen wir den Netzwerkblock ab – danach geht es in die Virtualisierung.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14 HABEN GEANTWORTET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Standortbestimmung – danke!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Netzwerkfragen aus dem Formular. Zwei davon habt ihr komplett abgeräumt.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umfrage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874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dritte Frage ist kein Zufallstreffer – am Ende des Abends beantwortet sie jeder hier im Schlaf.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 AUS DER UMFRAGE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Hostbits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minus Präfix. Bei /26: 32 − 26 = 6 Hostbits.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10612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2610612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2848356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Blockgröße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48356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hoch Hostbits. 2⁶ = 64 – die Netze starten bei 0, 64, 128, 192.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54296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4654296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883664"/>
            <a:ext cx="14767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Block finden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2386076"/>
            <a:ext cx="1476756" cy="1335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welchem Block liegt die Adresse? Der Blockanfang ist die Netzadresse.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97980" y="1737360"/>
            <a:ext cx="1879092" cy="21031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697980" y="1737360"/>
            <a:ext cx="41148" cy="21031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5724" y="1883664"/>
            <a:ext cx="1476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Minus zwei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5724" y="2203704"/>
            <a:ext cx="147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Adresse = Netz, letzte = Broadcast. Nutzbar ist, was dazwischen liegt.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192.168.10.77 liegt in einem /26-Netz.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Netzadresse, erste und letzte nutzbare Adresse, Broadcast?</a:t>
            </a:r>
            <a:endParaRPr lang="en-US" sz="1300" dirty="0"/>
          </a:p>
        </p:txBody>
      </p:sp>
      <p:pic>
        <p:nvPicPr>
          <p:cNvPr id="9" name="Image 0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88920"/>
            <a:ext cx="8010144" cy="111556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.65 bis .126 – der Blockanfang benennt das Netz, die letzte Adresse ruft alle.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Abteilung braucht Platz für 40 Geräte.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Präfix nehmt ihr – und warum nicht eins kleiner?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Hostbits: 2⁵ − 2 = 30 nutzbar → reicht nicht für 40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Hostbits: 2⁶ − 2 = 62 nutzbar → passt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 = 32 − 6 = /26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Immer die kleinste Blockgröße, die noch reicht – plus Blick auf morgen: Wächst die Abteilung?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010144" cy="10058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27632"/>
            <a:ext cx="41148" cy="10058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73936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172.16.4.130 liegt in einem /23-Netz.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" y="2112264"/>
            <a:ext cx="7607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und Broadcast? Vorsicht, hier reicht das letzte Oktett nicht.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8010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Hostbits → Blockgröße 512: das dritte Oktett spielt mit, in Zweierschritten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Netze: 172.16.0.0, 172.16.2.0, 172.16.4.0 … → .4.130 liegt in 172.16.4.0/23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nutzbar 172.16.4.1 bis 172.16.5.254 · Broadcast 172.16.5.255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Präfix unter /24 heißt: Der Block läuft über mehrere dritte Oktette hinweg.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die Frage vom Mittwoch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 wie beim Schichten-Check.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Bogen zur Umfrage: die /26-Frage, noch einmal für alle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Mittwoch machen wir den Netzwerkblock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lösen wir die Leitfrage vom ersten Abend ein.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2. September, 18:00 Uhr – das Finale des Netzwerkblocks.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· Routing, VLAN und Sicherheit – das Blockfinale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2026-08-31T13:48:55Z</dcterms:created>
  <dcterms:modified xsi:type="dcterms:W3CDTF">2026-08-31T13:48:55Z</dcterms:modified>
</cp:coreProperties>
</file>