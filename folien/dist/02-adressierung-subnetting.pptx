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unterlagen/folien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pic>
        <p:nvPicPr>
          <p:cNvPr id="9" name="Image 0" descr="/Users/jacobmenge/Desktop/kurs-unterlagen/folien/assets/diagramme/block-stra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88920"/>
            <a:ext cx="8010144" cy="111556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.65 bis .126 – der Blockanfang benennt das Netz, die letzte Adresse ruft alle.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Hostbits: 2⁵ − 2 = 30 nutzbar → reicht nicht für 40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Hostbits: 2⁶ − 2 = 62 nutzbar → passt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 = 32 − 6 = /26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Immer die kleinste Blockgröße, die noch reicht – plus Blick auf morgen: Wächst die Abteilung?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Hostbits → Blockgröße 512: das dritte Oktett spielt mit, in Zweierschritten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Netze: 172.16.0.0, 172.16.2.0, 172.16.4.0 … → .4.130 liegt in 172.16.4.0/23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172.16.4.1 bis 172.16.5.254 · Broadcast 172.16.5.255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Präfix unter /24 heißt: Der Block läuft über mehrere dritte Oktette hinweg.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2026-08-31T14:14:07Z</dcterms:created>
  <dcterms:modified xsi:type="dcterms:W3CDTF">2026-08-31T14:14:07Z</dcterms:modified>
</cp:coreProperties>
</file>