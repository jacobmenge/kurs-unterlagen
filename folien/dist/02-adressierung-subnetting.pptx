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Hostbits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minus Präfix. Bei /26: 32 − 26 = 6 Hostbits.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Blockgröße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hoch Hostbits. 2⁶ = 64 – die Netze starten bei 0, 64, 128, 192.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883664"/>
            <a:ext cx="14767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Block finden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386076"/>
            <a:ext cx="1476756" cy="1335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welchem Block liegt die Adresse? Der Blockanfang ist die Netzadresse.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Minus zwei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Adresse = Netz, letzte = Broadcast. Nutzbar ist, was dazwischen liegt.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pic>
        <p:nvPicPr>
          <p:cNvPr id="9" name="Image 0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8010144" cy="11155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– der Blockanfang benennt das Netz, die letzte Adresse ruft alle.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2026-08-31T13:18:22Z</dcterms:created>
  <dcterms:modified xsi:type="dcterms:W3CDTF">2026-08-31T13:18:22Z</dcterms:modified>
</cp:coreProperties>
</file>