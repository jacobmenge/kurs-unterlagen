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Aufbau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Daten, die bleiben. Netze, die verbinden. Konfiguration von außen.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14.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die Wegwerf-Lektion von Mittwoch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Volumes: Daten überleben ihren Container (mit Härtetest)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Container-Netze: Namen statt IP-Adressen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Umgebungsvariablen: Konfiguration von außen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Anatomie: ein Befehl bringt alles zusammen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Datenbank mit Gedächtnis (Postgres und Adminer)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der Härtetest und die Netz-Frage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Ausblick: aus fünf Befehlen wird eine Datei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aus dem Spielzeug von Mittwoch ein echter Dienst: eine Datenbank, die jeden Neustart übersteht.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1/14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im Bonus: Datei im laufenden Container geändert,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gelöscht, neuen gestartet.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zeigt der Browser danach?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das Experiment gemacht hat, weiß es. Alle anderen: Begründet eure Vermutung.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2/14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werf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1214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Cliffhanger von Mittwoch ist die Kernfrage von heute: Wie überleben Daten ihren Container?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Bausteine für echte Dienste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Volumes · Netze · Umgebungsvariablen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VOLUME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Zuhause außerhalb des Containers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olume-bild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-v verbindet Volume und Containerpfad. Genau dieses Volume legt ihr gleich selbst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Daten, die bleiben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4/14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VOLUME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Zuhause außerhalb des Containers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olume-bild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Härtetest beginnt: Container absichtlich zerstören. In der Übung macht ihr das wirklich.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Daten, die bleiben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5/14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VOLUME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Zuhause außerhalb des Containers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olume-bild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Neuer Container, gleiches Volume: Die Tabellen sind noch da. Diesen Beweis führt ihr heute selbst.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Daten, die bleiben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6/14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VOLUME UND BIND MOUNT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oder eigener Ordner?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d-vs-volu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Abend nutzt ihr das Volume. Der Bind Mount kommt wieder, sobald ihr eigenen Code in Container bringt.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Daten, die bleiben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7/14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EIGENE CONTAINER-NETZ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findet Adminer die Datenbank?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container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Adminer ist eine kleine Weboberfläche für Datenbanken. Die Namensauflösung kennt ihr längst: DNS, hier eingebaut und im Kleinen.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Netze, die verbinden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8/14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UMGEBUNGSVARIABLEN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Image, drei Umgebungen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env-dre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2677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50792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0507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Umgebungsvariable ist ein benannter Wert, den ein Programm beim Start ausliest. Postgres liest so Benutzer, Passwort und Datenbankname.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Konfiguration von außen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9/14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ANATOMIE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zusammen in einem Befehl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un-anatom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Lest den Befehl einmal laut von links nach rechts. Wenn jeder Baustein einen Sinn ergibt, seid ihr bereit für die Übung.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Konfiguration von außen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10/14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Datenbank mit Gedächtnis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Minuten in Gruppen: Postgres und Adminer, am Ende der Härtetest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60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9222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starten: mit Volume und den drei Variablen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12140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Eigenes Netz anlegen, Adminer dazu, im Browser anmelden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450592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4505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45059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Härtetest: Tabelle anlegen, Container zerstören, wiederbeleben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7977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7977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Experimente: ins Volume schauen, zweiter Adminer, DNS-Beweis, Variablen prüfen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1089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1089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Ergebnis eures Härtetests und euer docker volume ls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456432"/>
            <a:ext cx="8010144" cy="109728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456432"/>
            <a:ext cx="41148" cy="109728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60273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braucht ihr gleich im Raum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890518"/>
            <a:ext cx="7607808" cy="54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Übung:  jacobmenge.github.io/kurs-unterlagen/docker-aufbau/praxis-multi-container/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jacobmenge.github.io/kurs-unterlagen/docker-aufbau/stolpersteine/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Bildschirm, alle tippen selbst mit.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Befehl steht mit erwarteter Ausgabe in der Anleitung. Windows nutzt die PowerShell, Unterschiede stehen in Tabs.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 bis 3 sind das Ziel, der Härtetest ist der Beweis.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Schnell durch? Am Ende der Seite warten vier Bonus-Experimente.</a:t>
            </a:r>
            <a:endParaRPr lang="en-US" sz="125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erst die Stolpersteine-Seite, dann um Hilfe bitten.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20:05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berichtet ihren Härtetest: Tabelle weg oder Tabelle noch da? Und woran lag es?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12/14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Härtetest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Härtetest: Container gelöscht und neu gestartet. Hat eure Tabelle überlebt?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volume ls: Welche Volumes liegen jetzt auf euren Rechnern?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Netz-Frage: Woher kennt Adminer die Adresse der Datenbank?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Sicherheits-Frage: Warum hat die Datenbank kein -p, der Adminer aber schon?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eure Befehle von Volume bis Adminer. Merkt euch die Zahl für Mittwoch.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 5 ist der Cliffhanger: Mittwoch schrumpfen alle diese Befehle auf einen einzigen zusammen.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13/14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verschwindet die Zettelwirtschaft: Der ganze Stack wandert in eine einzige Datei.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Datei beschreibt Volume, Netz und beide Container. Ein Befehl startet alles zusammen.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Vorteil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kennt jede Zeile dieser Datei schon, denn heute habt ihr alles darin von Hand gebaut.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läuft, mehr braucht es nicht. Wer mag, wiederholt zu Hause den Härtetest.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16. September um 18:00 Uhr mit Docker Compose.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14/14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Härtetest bestanden.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Befehle, die Erklärungen und die Stolpersteine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16. September · Docker Compose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Docker Aufbau</dc:title>
  <dc:subject>Abend 6 im Themenblock Planung, Konzeptionierung, Integration</dc:subject>
  <dc:creator>Jacob Menge</dc:creator>
  <cp:lastModifiedBy>Jacob Menge</cp:lastModifiedBy>
  <cp:revision>1</cp:revision>
  <dcterms:created xsi:type="dcterms:W3CDTF">2026-09-10T12:52:39Z</dcterms:created>
  <dcterms:modified xsi:type="dcterms:W3CDTF">2026-09-10T12:52:39Z</dcterms:modified>
</cp:coreProperties>
</file>