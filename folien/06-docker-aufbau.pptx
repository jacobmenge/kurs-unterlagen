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obmenge/Desktop/kurs-26.2b-orga/folienwerkstatt/assets/icons/cloudhel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365760"/>
            <a:ext cx="868680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82496"/>
            <a:ext cx="7635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Aufbau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914400" y="2761488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Daten, die bleiben. Netze, die verbinden. Konfiguration von außen.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914400" y="3986784"/>
            <a:ext cx="18288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407822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Montag, 14. September 2026 · 18:00 bis 21:00 Uhr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ABLAUF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uns heute Abend erwartet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55648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556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72768" y="1755648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Warmup: die Wegwerf-Lektion von Mittwoch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9933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18:10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72768" y="1993392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am Terminal: die Handgriffe von Mittwoch in acht Minuten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231136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2311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18:18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72768" y="2231136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Volumes: Daten überleben ihren Container (mit Härtetest)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4688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18:30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72768" y="2468880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Container-Netze: Namen statt IP-Adressen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706624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7066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18:38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72768" y="2706624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Umgebungsvariablen und die Anatomie des einen Befehls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29443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72768" y="2944368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" y="3182112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1821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19:00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72768" y="3182112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für die Breakout-Übung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34198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19:05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572768" y="3419856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Breakout: Datenbank mit Gedächtnis (Postgres und Adminer)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" y="3657600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6576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20:05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572768" y="3657600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Auswertung: der Härtetest und die Netz-Frage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" y="38953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20:40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572768" y="3895344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Ausblick: aus einer Handvoll Befehlen wird eine Datei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4270248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4224528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wird aus dem Spielzeug von Mittwoch ein echter Dienst: eine Datenbank, die jeden Neustart übersteht.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1/20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ANTWORT IN DEN CHAT, 60 SEKUNDEN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1719072"/>
            <a:ext cx="7461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Mittwochs Experiment: Datei im Container geändert,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gelöscht und neu gestartet.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zeigt der Browser danach?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das Experiment gemacht hat, weiß es. Alle anderen: Begründet eure Vermutung.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2/20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wegwerf-bi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36192"/>
            <a:ext cx="8010144" cy="21214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2336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97764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Cliffhanger von Mittwoch ist die Kernfrage von heute: Wie überleben Daten ihren Container?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3/20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HANDGRIFFE VON MITTWOCH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am Terminal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demo-fahr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8010144" cy="24140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87368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41648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Befehle sind auf Windows, macOS und Linux identisch. Wer mag, tippt in der eigenen Shell parallel mit.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4/20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Bausteine für echte Dienste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Volumes · Netze · Umgebungsvariablen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VOLUME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Zuhause außerhalb des Containers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volume-bild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26464"/>
            <a:ext cx="8010144" cy="24505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87368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41648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Oben der Befehl, unten seine Wirkung: -v verbindet Volume und Containerpfad. Der Schrägstrich-Pfad liegt im Container, denn dort steckt immer ein kleines Linux.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Daten, die bleiben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5/20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VOLUME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Zuhause außerhalb des Containers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volume-bild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26464"/>
            <a:ext cx="8010144" cy="24505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Härtetest beginnt: Container absichtlich zerstören. In der Übung macht ihr das wirklich.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Daten, die bleiben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6/20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VOLUME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Zuhause außerhalb des Containers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volume-bild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26464"/>
            <a:ext cx="8010144" cy="24505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Neuer Container, gleiches Volume: Die Tabellen sind noch da. Diesen Beweis führt ihr heute selbst.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Daten, die bleiben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7/20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UNTERSCHIED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oder eigener Ordner?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bind-volume-mechani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08176"/>
            <a:ext cx="8010144" cy="25237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05656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5993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Blick vor den Doppelpunkt genügt: Schrägstriche heißen euer Ordner, ein bloßer Name heißt Docker-Volume.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Daten, die bleiben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8/20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VOLUME UND BIND MOUNT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nehmt ihr was?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bind-vs-volu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8010144" cy="23042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Abend nutzt ihr das Volume. Der Bind Mount kommt wieder, sobald ihr eigenen Code in Container bringt.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Daten, die bleiben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9/20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EIGENE CONTAINER-NETZ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findet Adminer die Datenbank?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container-net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26464"/>
            <a:ext cx="8010144" cy="24871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87368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41648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Arten von Türen: Der Port im Netz ist für Nachbarn immer offen. -p baut die zusätzliche Tür durch die Wand, und die braucht nur, wen der Browser erreichen soll.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Netze, die verbinden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10/20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KONFIGURATION VON AUSSEN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eine Umgebungsvariable?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umgebungsvari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36192"/>
            <a:ext cx="8010144" cy="2157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2336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97764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Name ist frei wählbar, entscheidend ist die Absprache: Das Programm dokumentiert, nach welchen Namen es fragt.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Konfiguration von außen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11/20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UMGEBUNGSVARIABLEN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Image, drei Umgebungen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env-dre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8010144" cy="22677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50792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0507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liest beim ersten Start Benutzer, Passwort und Datenbankname aus genau diesen Variablen. Andere Werte, andere Umgebung, gleiches Image.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Konfiguration von außen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12/20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ANATOMIE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zusammen in einem Befehl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un-anatom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37360"/>
            <a:ext cx="8010144" cy="1737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9319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8862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Lest den Befehl einmal laut von links nach rechts. Wenn jeder Baustein einen Sinn ergibt, seid ihr bereit für die Übung.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Konfiguration von außen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13/20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ZUM NACHSCHLAGEN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Befehle des Abends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befehle-aufba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8010144" cy="24140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 sechs plus der eine docker run von eben sind der komplette Werkzeugkasten für die Übung. Alles steht auch auf der Kursseite.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Konfiguration von außen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14/20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FBF2E3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Datenbank mit Gedächtnis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Minuten in Gruppen: Postgres und Adminer, am Ende der Härtetest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 VORGESTELLT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Womit wir gleich arbeiten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teckbrief-aufba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8010144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05656"/>
            <a:ext cx="32004" cy="25603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5993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müsst keine Datenbank-Profis werden. Es reicht zu wissen, was da läuft, warum wir es nehmen und wie man es bedient.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15/20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ZIELBILD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baut ihr gleich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ziel-bi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8010144" cy="24871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05656"/>
            <a:ext cx="32004" cy="25603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5993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Prägt euch die zwei Namen ein: db und adminer. Genau so heißen die Container gleich in jedem eurer Befehle.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16/20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· 60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Auftrag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92224"/>
            <a:ext cx="8266176" cy="32918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922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Teil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81328" y="1792224"/>
            <a:ext cx="7095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starten: mit Volume und den drei Variablen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1214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Teil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81328" y="2121408"/>
            <a:ext cx="7095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Eigenes Netz anlegen, Adminer dazu, im Browser anmelden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450592"/>
            <a:ext cx="8266176" cy="32918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45059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Teil 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81328" y="2450592"/>
            <a:ext cx="7095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Härtetest: Tabelle anlegen, Container zerstören, wiederbeleben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77977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Bonus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81328" y="2779776"/>
            <a:ext cx="7095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Experimente: ins Volume schauen, zweiter Adminer, DNS-Beweis, Variablen prüfen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" y="3108960"/>
            <a:ext cx="8266176" cy="32918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089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Notieren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81328" y="3108960"/>
            <a:ext cx="7095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Ergebnis eures Härtetests und euer docker volume 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456432"/>
            <a:ext cx="8010144" cy="109728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3456432"/>
            <a:ext cx="41148" cy="109728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3602736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öffnen, alles braucht ihr gleich im Raum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" y="3890518"/>
            <a:ext cx="7607808" cy="5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Übung:  jacobmenge.github.io/kurs-unterlagen/docker-aufbau/praxis-multi-container/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es klemmt:  jacobmenge.github.io/kurs-unterlagen/docker-aufbau/stolpersteine/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Ergebnisse eintragen:  &lt;Link zum Ergebnis-Dokument hier eintragen&gt;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17/20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SPIELREGELN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arbeitet ihr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700784"/>
            <a:ext cx="8010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Gleiche Gruppen, eine Person teilt den Bildschirm, alle tippen selbst mit.</a:t>
            </a:r>
            <a:endParaRPr lang="en-US" sz="125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Befehl steht mit erwarteter Ausgabe in der Anleitung. Windows nutzt die PowerShell, Unterschiede stehen in Tabs.</a:t>
            </a:r>
            <a:endParaRPr lang="en-US" sz="125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Teil 1 bis 3 sind das Ziel, der Härtetest ist der Beweis.</a:t>
            </a:r>
            <a:endParaRPr lang="en-US" sz="125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Schnell durch? Am Ende der Seite warten vier Bonus-Experimente.</a:t>
            </a:r>
            <a:endParaRPr lang="en-US" sz="125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es klemmt: erst die Stolpersteine-Seite, dann um Hilfe bitten.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3602736"/>
            <a:ext cx="8010144" cy="822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602736"/>
            <a:ext cx="41148" cy="82296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749040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20:05 sind alle wieder hier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4036822"/>
            <a:ext cx="7607808" cy="270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Gruppe berichtet ihren Härtetest: Tabelle weg oder Tabelle noch da? Und woran lag es?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18/20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 · 30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Härtetest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810512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8105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81051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Härtetest: Container gelöscht und neu gestartet. Hat eure Tabelle überlebt?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1762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217627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volume ls: Welche Volumes liegen jetzt auf euren Rechnern?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2542032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420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54203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Netz-Frage: Woher kennt Adminer die Adresse der Datenbank?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9077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290779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Sicherheits-Frage: Warum hat die Datenbank kein -p, der Adminer aber schon?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" y="3273552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2735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5568" y="327355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Zählt eure Befehle von Volume bis Adminer. Merkt euch die Zahl für Mittwoch.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 5 ist der Cliffhanger: Mittwoch schrumpfen alle diese Befehle auf einen einzigen zusammen.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19/20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Mittwoch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Mittwoch verschwindet die Zettelwirtschaft: Der ganze Stack wandert in eine einzige Datei.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9202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Datei beschreibt Volume, Netz und beide Container. Ein Befehl startet alles zusammen.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01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975104"/>
            <a:ext cx="41148" cy="19202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Euer Vorteil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kennt jede Zeile dieser Datei schon, denn heute habt ihr alles darin von Hand gebaut.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533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975104"/>
            <a:ext cx="41148" cy="19202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Nichts vorbereiten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läuft, mehr braucht es nicht. Wer mag, wiederholt zu Hause den Härtetest.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Nächster Termin: Mittwoch, 16. September um 18:00 Uhr mit Docker Compose.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20/20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Härtetest bestanden.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Befehle, die Erklärungen und die Stolpersteine stehen zum Nachlesen auf der Kursseite.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3401568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Mittwoch, 16. September · Docker Compose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Aufbau</dc:title>
  <dc:subject>Abend 6 im Themenblock Planung, Konzeptionierung, Integration</dc:subject>
  <dc:creator>Jacob Menge</dc:creator>
  <cp:lastModifiedBy>Jacob Menge</cp:lastModifiedBy>
  <cp:revision>1</cp:revision>
  <dcterms:created xsi:type="dcterms:W3CDTF">2026-09-14T15:50:25Z</dcterms:created>
  <dcterms:modified xsi:type="dcterms:W3CDTF">2026-09-14T15:50:25Z</dcterms:modified>
</cp:coreProperties>
</file>