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und Lizenzen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 neue Konzept, wer baut es auf, bis wann und was darf man überhaupt nutzen?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21.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Was kostet ein Server wirklich?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20824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20824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Ressourcen: vier Dimensionen, schätzen, Aufwand gegen Dauer, Migration, CapEx und OpEx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304288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04288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304288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Lizenzen: Zählweisen, Windows Server pro Kern, Open Source, mit Zuordnungsrunde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87752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87752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871216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71216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871216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Schafft Voltrad das? Fünf Stationen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154680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154680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438144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438144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438144"/>
            <a:ext cx="70043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Lösung und Ausblick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gerechnet: Zeit, Geld und Lizenzen für das Sollkonzept von Voltrad.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SCHÄTZUNG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Server kostet 9.000 €.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er Voltrad in fünf Jahren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wirklich, alles zusammen?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eure Nachricht aus: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44368" y="3593592"/>
            <a:ext cx="475488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6310"/>
            </a:solidFill>
          </a:ln>
        </p:spPr>
        <p:txBody>
          <a:bodyPr wrap="square" lIns="0" tIns="88900" rIns="889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Schätzung: 15.000 €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Zahl reicht. Denkt an alles, was nach dem Kauf noch kommt.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· AUFLÖSUNG · TCO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Kaufpreis ist nur die Spitze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tco-eis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nur den Kaufpreis vergleicht, vergleicht das Falsche.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Schafft Voltrad das überhaupt?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SIND MEHR ALS GELD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Dimensionen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vier-dimensi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DREIPUNKTSCHÄTZUNG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Schätzen mit drei Werten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dreipunk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1 schätzt ihr so den Umzug der Datenbank.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STUNDEN ZU WOCHEN IM KALENDER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ist nicht Dauer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aufwand-dau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30723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MIGRATIONSSTRATEGIEN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Alten zum Neuen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mig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Wahl ist eine Abwägung zwischen Zeit, Geld und Risiko.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CAPEX, OPEX UND DAS LASTPROFIL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Kaufen oder mieten?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capex-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Ressourcen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darf Voltrad nutzen und was kostet das?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ZÄHLWEISEN UND BEZAHLART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Wonach wird abgerechnet?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zaehlwei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1638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ODER DATACENTER?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Server lizenzieren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windows-ker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 FALLE BEI WINDOWS SERVER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Hosts, die sich vertreten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zwei-ho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4 rechnet ihr das für Voltrad aus: zwei Hosts, sechs VMs.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KOSTENLOS HEISST NICHT PFLICHTENFREI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open-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98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WIRD HIER GEZÄHLT? ANTWORTEN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zu: pro Gerät, pro Person, gleichzeitig, pro Kern oder Open Source. Alles in eine Nachricht.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01168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für jede Mitarbeiterin mit Laptop und Handy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228600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Enterprise auf einem Server mit 16 Kernen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56032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56032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CAD-Programm mit Lizenzserver, das 8 von 12 Personen gleichzeitig nutzen dürfen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834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283464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11 Pro, vorinstalliert auf einem neuen PC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108960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108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10896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Nextcloud, intern auf einem eigenen Server betrieben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383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5568" y="3383280"/>
            <a:ext cx="746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Programm am Prüfstand, das jede Schicht am selben Rechner nutzt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37947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eure Nachricht aus: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44368" y="3776472"/>
            <a:ext cx="475488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9A6310"/>
            </a:solidFill>
          </a:ln>
        </p:spPr>
        <p:txBody>
          <a:bodyPr wrap="square" lIns="0" tIns="88900" rIns="889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…  B: …  C: …  D: …  E: …  F: …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15568" y="1737360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Person (Named User): ein Konto, egal auf wie vielen Geräten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15568" y="2066544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Kern: alle 16 Kerne des Servers werden lizenziert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15568" y="2395728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gleichzeitig (Concurrent, Floating): der Lizenzserver zählt, wer gerade arbeitet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15568" y="2724912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Gerät (OEM, vom PC-Hersteller vorinstalliert): an diesen PC gebunden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54096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15568" y="3054096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(AGPL): keine Gebühr, unverändert betrieben ohne Pflichten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15568" y="3383280"/>
            <a:ext cx="7461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Gerät: viele Personen, ein Rechner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dahinter: Was zählt der Hersteller? Geräte, Personen, gleichzeitige Nutzung oder Prozessorkerne.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Schafft Voltrad das?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KARTE, FÜNF STATIONEN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15/23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20:20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3619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36192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Zeitplan: Umzug schätzen, in Wochen umrechnen, Termin prüfen · 15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7922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792224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Migration: je System eine Strategie, Rückfallplan für die Datenbank · 10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04825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0482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048256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Kosten: Konfigurator fünf Jahre in der Cloud oder auf eigenen Servern · 10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304288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Lizenzen: Windows Server und CAD durchrechnen · 15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56032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560320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Budget: Reicht es? Eure Empfehlung in drei Sätzen · 8 Min.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163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Danach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64208" y="2816352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 vorbereiten · 2 Min., dann Bonus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8010144" cy="124358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200400"/>
            <a:ext cx="41148" cy="124358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34670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3634486"/>
            <a:ext cx="7607808" cy="6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jacobmenge.github.io/kurs-unterlagen/infrastruktur-planung/praxis-ressourcen/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jacobmenge.github.io/kurs-unterlagen/infrastruktur-planung/ressourcen-planen/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20:20 stellt jede Gruppe in fünf Minuten vor.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16/23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MINUTEN JE GRUPPE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15568" y="1737360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Schafft das Team den Termin am 12.01.? Wie habt ihr gerechnet?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15568" y="2121408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Migration für Datenbank, Konfigurator und Bürodateien?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15568" y="2505456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oder eigene Server für den Konfigurator, mit Zahl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15568" y="2889504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Lizenzen für Windows Server und CAD?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Reicht das Budget? Eure Empfehlung an die Geschäftsführung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der zweiten Gruppe nur noch: Was habt ihr anders entschieden und warum?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17/23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SCHAFFT DAS TEAM DEN TERMIN?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loesung-zeit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18/23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SYSTEM EINE STRATEGIE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2523744" cy="23774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237744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Datenbank: Big Bang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21214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einem geplanten Wochenende umziehen. Zwei Datenbanken parallel wären fehleranfällig.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Rückfallplan: Die alte Datenbank bleibt stehen. Klappt der Test bis Sonntag 14 Uhr nicht, zurück. Das entscheidet Frau Vogt mit Herrn Okafor.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10128" y="1554480"/>
            <a:ext cx="2523744" cy="23774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554480"/>
            <a:ext cx="41148" cy="23774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00784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Konfigurator: Parallel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03196"/>
            <a:ext cx="2121408" cy="160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in der Cloud läuft neben dem alten. Erst testen, dann den Namen umstellen, unter dem Kunden ihn aufrufen (DNS).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Rückweg: den Namen wieder auf den alten Server zeigen lassen, in Minuten erledigt.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53328" y="1554480"/>
            <a:ext cx="2523744" cy="23774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554480"/>
            <a:ext cx="41148" cy="23774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700784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Büro: Schrittweise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039112"/>
            <a:ext cx="212140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 für Abteilung nach Microsoft 365.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Abteilung prüft eine Woche, dann folgt die nächste. Fehler treffen nur wenige.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 Wahl ist richtig, wenn die Begründung Zeit, Geld und Risiko abwägt.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19/23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KONFIGURATOR: MIETEN ODER KAUFEN?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loesung-kos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20/23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PASSENDEN LIZENZEN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loesung-lizenz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21/23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REICHT DAS BUDGET?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· Lösung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ss-loesung-bud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22/23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geht es wieder in die Cloud: Infrastruktur als Code mit Terraform.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Theorie zu Ressourcen und Lizenzmodellen und weitere Aufgaben mit Musterlösung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mit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Dreipunktschätzung, Aufwand gegen Dauer, Migration mit Rückfallplan, CapEx und OpEx, die Zählweisen.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Statt durch die Konsole zu klicken, beschreibt ihr die Server in einer Textdatei. Terraform baut sie in der AWS-Sandbox auf.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26.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23/23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rechnen, dann versprechen.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26. Oktober · Infrastruktur als Code mit Terraform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Ressourcen und Lizenzen</dc:title>
  <dc:subject>Abend 17 im Themenblock Planung, Konzeptionierung, Integration</dc:subject>
  <dc:creator>Jacob Menge</dc:creator>
  <cp:lastModifiedBy>Jacob Menge</cp:lastModifiedBy>
  <cp:revision>1</cp:revision>
  <dcterms:created xsi:type="dcterms:W3CDTF">2026-10-21T16:02:10Z</dcterms:created>
  <dcterms:modified xsi:type="dcterms:W3CDTF">2026-10-21T16:02:10Z</dcterms:modified>
</cp:coreProperties>
</file>