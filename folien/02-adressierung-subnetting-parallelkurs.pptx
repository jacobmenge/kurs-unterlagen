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Grenze: Alles unter den Einsen ist Netz, der Rest gehört dem Gerät.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unterlagen/folien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8010144" cy="9144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9144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Gateway?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17366"/>
            <a:ext cx="7607808" cy="36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Router braucht auch eine Adresse aus dem Block – meist die erste nutzbare. Wer Geräte zählt, plant ihn mit ein: 62 nutzbare heißt 61 für eure Geräte plus das Gateway.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unterlagen/folien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in fünf Minuten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2026-08-31T14:16:35Z</dcterms:created>
  <dcterms:modified xsi:type="dcterms:W3CDTF">2026-08-31T14:16:35Z</dcterms:modified>
</cp:coreProperties>
</file>