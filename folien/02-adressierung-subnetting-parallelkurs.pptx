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2/23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3/23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In der Maske gilt: Einsen = Netz, Nullen = Gerät.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3560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72968" y="17830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letztes Oktett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407408" y="1783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075688"/>
            <a:ext cx="562356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" y="2148840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35608" y="214884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72968" y="214884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07408" y="214884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" y="243230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35608" y="243230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172968" y="243230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07408" y="243230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" y="2715768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15768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35608" y="2715768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172968" y="2715768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07408" y="2715768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2999232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35608" y="2999232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172968" y="2999232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407408" y="2999232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" y="3282696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3282696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35608" y="3282696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172968" y="3282696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407408" y="3282696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" y="3566160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35608" y="3566160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72968" y="3566160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407408" y="3566160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" y="3849624"/>
            <a:ext cx="580644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9" name="Text 37"/>
          <p:cNvSpPr/>
          <p:nvPr/>
        </p:nvSpPr>
        <p:spPr>
          <a:xfrm>
            <a:off x="658368" y="3849624"/>
            <a:ext cx="594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435608" y="3849624"/>
            <a:ext cx="1554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172968" y="3849624"/>
            <a:ext cx="1051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111111</a:t>
            </a:r>
            <a:pPr indent="0" marL="0">
              <a:buNone/>
            </a:pPr>
            <a:r>
              <a:rPr lang="en-US" sz="110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407408" y="3849624"/>
            <a:ext cx="16916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44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6" name="Text 43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Adressen am Stück. Wie viele Geräte passen da rein?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erste benennt das Netz, die letzte ruft alle – als Geräteadresse sind beide tabu.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6/23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-abzu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2011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Geräte plant, rechnet das Gateway mit ein: von 62 nutzbaren bleiben 61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8/23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9/23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11/23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12/23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13/23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14/23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15/23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16/23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17/23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18/23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19/23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20/23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21/23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22/23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23/23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2026-08-31T15:27:45Z</dcterms:created>
  <dcterms:modified xsi:type="dcterms:W3CDTF">2026-08-31T15:27:45Z</dcterms:modified>
</cp:coreProperties>
</file>