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Dienstag, 1.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Donnerstag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Donnerstag folgt Teil zwei: Routing, VLAN und Sicherheit – das Finale.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Grenze: Alles unter den Einsen ist Netz, der Rest gehört dem Gerät.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Gateway?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17366"/>
            <a:ext cx="7607808" cy="3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Router braucht auch eine Adresse aus dem Block – meist die erste nutzbare. Wer Geräte zählt, plant ihn mit ein: 62 nutzbare heißt 61 für eure Geräte plus das Gateway.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private Adresse haben dürft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in fünf Minuten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Schluss für alle: /26 – wie viele Geräte? Jetzt kann es jeder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Donnerstag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Donnerstag machen wir das Netz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beantwortet ihr eine Frage, in der alles von heute steckt.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Donnerstag, 3. September, 18:00 Uhr – Teil zwei und das Finale.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· Routing, VLAN und Sicherheit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2026-08-31T14:34:22Z</dcterms:created>
  <dcterms:modified xsi:type="dcterms:W3CDTF">2026-08-31T14:34:22Z</dcterms:modified>
</cp:coreProperties>
</file>