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Dienstag, 1.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 und Einstieg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Donnerstag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Donnerstag folgt Teil zwei: Routing, VLAN und Sicherheit – das Finale.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1/21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BRÜCKE INS BINÄRE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der Computer eure Adresse sieht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inaer-bruec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Binär braucht ihr heute nicht: 32 Bits, jede Stelle eine Zweierpotenz. Damit ist die Maske gleich keine Magie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2/21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Vorn das Netz, hinten die Nummer des einzelnen Geräts – egal ob Laptop, Drucker oder Server.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3/21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Blockgröße = 2 hoch Hostbits – jeder Schritt halbiert.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93008" y="1783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075688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148840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14884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3008" y="214884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43230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43230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93008" y="243230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2715768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71576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2715768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93008" y="271576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2999232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2999232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93008" y="299923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" y="3282696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28269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572768" y="3282696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93008" y="328269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356616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72768" y="356616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93008" y="356616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" y="3849624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384962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572768" y="384962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93008" y="384962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36" name="Image 0" descr="/Users/jacobmenge/Desktop/kurs-26.2b-orga/folienwerkstatt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8" name="Text 35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4/21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KLASSIKER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91640"/>
            <a:ext cx="8010144" cy="19568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64 sagt, hat die zwei Reservierten vergessen – und wer Geräte plant, rechnet das Gateway mit ein: 61 bleiben frei.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6/21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7/21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block-strah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200400"/>
            <a:ext cx="8010144" cy="111556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9/21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10/21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11/21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12/21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private Adresse haben dürft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13/21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IPv6?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wa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14/21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HEXADEZIMAL, KURZ ERKLÄRT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lesen können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aufbau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Lesen reicht: vorn das Netz, hinten das Gerät – gerechnet wird bei IPv6 nichts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15/21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16/21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17/21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Schluss für alle: /26 – wie viele Geräte? Jetzt kann es jeder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18/21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19/21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20/21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Donnerstag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Donnerstag machen wir das Netz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beantwortet ihr eine Frage, in der alles von heute steckt.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Donnerstag, 3. September, 18:00 Uhr – Teil zwei und das Finale.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21/21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Donnerstag, 3. September · Routing, VLAN und Sicherheit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2026-08-31T15:14:37Z</dcterms:created>
  <dcterms:modified xsi:type="dcterms:W3CDTF">2026-08-31T15:14:37Z</dcterms:modified>
</cp:coreProperties>
</file>