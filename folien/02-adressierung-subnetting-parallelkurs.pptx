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Dienstag, 1.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Donnerstag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Donnerstag folgt Teil zwei: Routing, VLAN und Sicherheit – das Finale.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1/23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2/23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3/23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In der Maske gilt: Einsen = Netz, Nullen = Gerät.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35608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72968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letztes Oktett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407408" y="1783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075688"/>
            <a:ext cx="562356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" y="2148840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35608" y="214884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72968" y="214884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07408" y="214884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243230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35608" y="243230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172968" y="243230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07408" y="243230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" y="2715768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715768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35608" y="271576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72968" y="2715768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07408" y="271576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2999232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35608" y="29992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2968" y="2999232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07408" y="2999232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" y="3282696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3282696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35608" y="3282696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72968" y="3282696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07408" y="3282696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" y="356616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35608" y="356616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72968" y="356616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356616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" y="3849624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" y="384962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435608" y="384962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172968" y="384962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407408" y="384962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44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6" name="Text 43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Adressen am Stück. Wie viele Geräte passen da rein? Antwort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5/23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erste benennt das Netz, die letzte ruft alle – als Geräteadresse sind beide tabu.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6/23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Geräte plant, rechnet das Gateway mit ein: von 62 nutzbaren bleiben 61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8/23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9/23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loesungsweg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0128"/>
            <a:ext cx="8010144" cy="877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11/23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loesungsweg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0128"/>
            <a:ext cx="8010144" cy="877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12/23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13/23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loesungsweg-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0128"/>
            <a:ext cx="8010144" cy="877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14/23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private Adresse haben dürft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15/23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16/23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17/23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18/23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19/23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 für alle: /26 – wie viele Geräte? Jetzt kann es jeder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20/23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21/23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22/23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Donnerstag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Donnerstag machen wir das Netz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beantwortet ihr eine Frage, in der alles von heute steckt.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Donnerstag, 3. September, 18:00 Uhr – Teil zwei und das Finale.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23/23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· Routing, VLAN und Sicherheit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2026-08-31T15:39:09Z</dcterms:created>
  <dcterms:modified xsi:type="dcterms:W3CDTF">2026-08-31T15:39:09Z</dcterms:modified>
</cp:coreProperties>
</file>