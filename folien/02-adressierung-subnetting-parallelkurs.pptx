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Adressierung und Subnetting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gerechnet – Papier und Stift reichen, Taschenrechner braucht ihr nicht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Dienstag, 1. September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72768" y="18105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 und Einstieg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72768" y="20665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auseinandergenommen: Aufbau, Maske, Präfixe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3225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22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3225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Rechnen: Blockgrößen, Netz- und Broadcast-Adresse, drei Aufgaben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578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72768" y="25786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28346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72768" y="28346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 – und IPv6 kompakt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090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30906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" y="3346704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467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334670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Subnetz-Architekten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36027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72768" y="360273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Netzpläne im Vergleich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" y="385876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8587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72768" y="385876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Donnerstag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Donnerstag folgt Teil zwei: Routing, VLAN und Sicherheit – das Finale.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1/21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192.168.2.33/24 wirklich drinsteckt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BRÜCKE INS BINÄRE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der Computer eure Adresse sieht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inaer-bruec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3591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 Binär braucht ihr heute nicht: 32 Bits, jede Stelle eine Zweierpotenz. Damit ist die Maske gleich keine Magie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2/21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Adresse, zwei Hälften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Vorn das Netz, hinten die Nummer des einzelnen Geräts – egal ob Laptop, Drucker oder Server.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3/21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Präfixe, mit denen ihr rechnen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Werkzeug für heute. Blockgröße = 2 hoch Hostbits – jeder Schritt halbiert.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83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493008" y="17830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· nutzbar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075688"/>
            <a:ext cx="54864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148840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4884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/24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14884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93008" y="214884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· 254 Geräte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243230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43230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255.255.255.128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93008" y="243230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· 126 Geräte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" y="2715768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715768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2715768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255.255.255.192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93008" y="2715768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· 62 Geräte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2999232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2999232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255.255.255.224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93008" y="2999232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· 30 Geräte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" y="3282696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282696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572768" y="3282696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93008" y="3282696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14 Geräte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" y="356616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572768" y="356616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255.255.255.248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493008" y="356616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6 Geräte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5488" y="3849624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384962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/30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572768" y="384962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255.255.255.252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93008" y="384962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2 – Router-Kopplung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72784" y="1783080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OFT PASST DER BLOCK INS /24</a:t>
            </a:r>
            <a:endParaRPr lang="en-US" sz="1050" dirty="0"/>
          </a:p>
        </p:txBody>
      </p:sp>
      <p:pic>
        <p:nvPicPr>
          <p:cNvPr id="36" name="Image 0" descr="/Users/jacobmenge/Desktop/kurs-26.2b-orga/folienwerkstatt/assets/diagramme/praefix-bal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48840"/>
            <a:ext cx="2304288" cy="1984248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8" name="Text 35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Auffällig: nutzbar ist immer Blockgröße minus 2. Warum – nächste Folie.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4/21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KLASSIKER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91640"/>
            <a:ext cx="8010144" cy="195681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64 sagt, hat die zwei Reservierten vergessen – und wer Geräte plant, rechnet das Gateway mit ein: 61 bleiben frei.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5/21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rechnet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Aufgaben, Antworten in den Chat – aufgelöst wird per Klick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VIER SCHRITTEN ZU JEDEM NETZ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zep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0624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05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vier Schritten löst ihr jede Aufgabe von heute – und jede, die euch draußen begegnet.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6/21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7/21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536192"/>
          </a:xfrm>
          <a:prstGeom prst="rect">
            <a:avLst/>
          </a:prstGeom>
        </p:spPr>
      </p:pic>
      <p:pic>
        <p:nvPicPr>
          <p:cNvPr id="6" name="Image 1" descr="/Users/jacobmenge/Desktop/kurs-26.2b-orga/folienwerkstatt/assets/diagramme/block-strah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200400"/>
            <a:ext cx="8010144" cy="111556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9/21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10/21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11/21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12/21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Wem gehört 192.168?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private Adresse haben dürft – und der Blick auf IPv6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ADRESSE HABEN DÜRFT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na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private Bereiche gehören euch: 10.0.0.0/8 · 172.16.0.0/12 · 192.168.0.0/16 – im Internet werden sie nicht geroutet.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13/21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NACH VORN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IPv6?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war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Rechnen mehr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ist praktisch immer ein /64 – gerechnet wird beim Anbieter.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01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Broadcast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Gezielte Gruppenrufe statt Alle-Rufen – das Minus-zwei entfällt.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533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NAT-Zwang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Adressen genug für alle – die Trennung übernimmt die Firewall.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14/21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HEXADEZIMAL, KURZ ERKLÄRT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lesen können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aufbau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3408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1480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690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Lesen reicht: vorn das Netz, hinten das Gerät – gerechnet wird bei IPv6 nichts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15/21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Subnetz-Architekten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ihr plant das Netz der Müller GmbH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Müller GmbH zieht um. Ihr bekommt ein /24 und schneidet daraus die Abteilungsnetze – nur mit Stift, Papier und dem Rezept von eben.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Abteilung die Hostbits bestimmen – Formel: 2 hoch n minus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95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9572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zuerst: Präfixe wählen, Blöcke lückenlos schneiden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77977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7977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77977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Planungstabelle füllen: Netz, erste, letzte, Broadcast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1638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16382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 im Online-Subnetzrechner – jede Zeile muss exakt passen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11880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1188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581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045966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mit allen Zahlen:  jacobmenge.github.io/kurs-unterlagen/netzwerke/praxis-subnetting/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16/21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zu dritt oder viert.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laut und gemeinsam. Wer einen anderen Weg hat: sagen, nicht schweigen.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Online-Rechner ist der Schiedsrichter – aber erst nach eurer Rechnung, nicht statt ihr.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wie gehabt. Jede Gruppe zeigt nachher ihre Planungstabelle.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17/21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Netzpläne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Lösungen, ein Vergleich – und die Probe aufs Exempel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Planungstabelle – kurz, nur die Eckwerte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Vergleich: Wo unterscheiden sich die Pläne – und sind beide richtig?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Probe: Passen alle Blöcke zusammen in das /24?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bleibt übrig – und warum ist Reserve kein Fehler?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Schluss für alle: /26 – wie viele Geräte? Jetzt kann es jeder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94760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94760"/>
            <a:ext cx="41148" cy="5486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941064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mehrere richtige Pläne. Falsch ist nur, was sich überlappt oder nicht reicht.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18/21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mögliche Lösung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Abteilung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737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10128" y="1737360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 · nutzbar · Broadcast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029968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210312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(100)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2103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10128" y="210312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192.168.10.0 · .1–.126 · .127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468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Gäste-WLAN (50)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4688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10128" y="246888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192.168.10.128 · .129–.190 · .191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83464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 (20)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8346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10128" y="283464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192.168.10.192 · .193–.222 · .223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(10)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3200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10128" y="320040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192.168.10.224 · .225–.238 · .239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6616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95728" y="35661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10128" y="356616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.240 bis .255 bleiben frei – Platz zum Wachsen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 vermeidet Lücken. Probe: 128 + 64 + 32 + 16 = 240 ≤ 256 – passt.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19/21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 zwischen Netzanteil und Hostanteil.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= 2 hoch Hostbits. Nutzbar = Blockgröße minus zwei.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benennt das Netz, Broadcast ruft alle – beide sind reserviert.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heißt 10er, 172.16er, 192.168er – NAT übersetzt am Router nach draußen.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nimmt euch das Rechnen ab – das Netz ist fast immer ein /64.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Oktett · Maske · Präfix (CIDR) · Netzanteil, Hostanteil · Blockgröße · Netzadresse, Broadcast · RFC-1918-Bereiche · NAT · Link-local.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20/21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Donnerstag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Angebote, keine Pflicht – Donnerstag machen wir das Netz fertig.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Nachrechnen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heute noch gestolpert ist: Auf der Seite „Adressierung“ stehen weitere Aufgaben mit Lösungsweg – zwei davon reichen.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Weiterlesen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wissen will, wie der Weg eines Aufrufs wirklich aussieht: „Praxis: github.com – die Spurensuche“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Donnerstag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Netzwerksicherheit kompakt – und zum Abschluss beantwortet ihr eine Frage, in der alles von heute steckt.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Donnerstag, 3. September, 18:00 Uhr – Teil zwei und das Finale.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21/21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Lösungswege und die ganze Theorie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Donnerstag, 3. September · Routing, VLAN und Sicherheit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Adressierung und Subnetting</dc:title>
  <dc:subject>Abend 2 im Themenblock Planung, Konzeptionierung, Integration</dc:subject>
  <dc:creator>Jacob Menge</dc:creator>
  <cp:lastModifiedBy>Jacob Menge</cp:lastModifiedBy>
  <cp:revision>1</cp:revision>
  <dcterms:created xsi:type="dcterms:W3CDTF">2026-08-31T15:16:01Z</dcterms:created>
  <dcterms:modified xsi:type="dcterms:W3CDTF">2026-08-31T15:16:01Z</dcterms:modified>
</cp:coreProperties>
</file>