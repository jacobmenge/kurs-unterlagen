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de/about-aws/global-infrastructure/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de/about-aws/global-infrastructure/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E-Bike-Hersteller in die Cloud bringt und euer erster eigener Server bei AWS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5.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Was habt ihr am Mittwoch selbst betrieben?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8424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84248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E-Bike-Hersteller Voltrad und die fünf Merkmale der Cloud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IaaS, PaaS, SaaS: Wer betreibt was? Mit Zuordnungsrunde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780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78024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Public, Private, Hybrid · Elastizität und Skalierung · Regionen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24912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2491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24912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718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71800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ihr: die Sandbox, der Startassistent und das Zielbild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18688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21868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218688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in Breakouts: euer erster Server bei AWS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6557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65576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712464"/>
            <a:ext cx="8266176" cy="24688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712464"/>
            <a:ext cx="70043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Theorie und Praxis zu gleichen Teilen. Am Mittwoch folgt ein ganzer Abend in der Cloud.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STICHWORTE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lief euer Broker bei HiveMQ.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davon habt ihr selbst betrieben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was HiveMQ?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Kleiner Tipp: Denkt an alles, was ein Broker braucht, um im Internet zu laufen.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warmup-stap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8010144" cy="2670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habt am Mittwoch also schon Cloud genutzt. Heute ordnen wir sie ein und bedienen sie selbst.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ein E-Bike-Hersteller in der Cloud will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VOLTRAD GMBH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Beispiel für die nächsten Wochen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voltrad-sz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 ist der Konfigurator: im Frühjahr überlastet, sonst kaum genutzt.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MERKMALE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Cloud Computing ausmacht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merkm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3250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Server mit Vertrag und Lieferzeit ist Hosting. Cloud braucht alle fünf Merkmale.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BETREIBT WAS?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IaaS, PaaS, SaaS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servicemodel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16736"/>
            <a:ext cx="7589520" cy="31709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6/19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ANTWORTEN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Zuordnungsrunde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IaaS, PaaS oder SaaS? Schreibt zu jedem Buchstaben eure Antwort in den Chat.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1938528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385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938528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Meet, in dem wir gerade sitzen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267712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Linux-Server bei AWS, auf dem ihr selbst den Webserver installiert (EC2)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596896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968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596896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mit Outlook und Teams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926080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Elastic Beanstalk: Ihr ladet nur euren Code hoch, AWS betreibt den Rest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3255264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552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255264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Datenbank, die AWS für euch betreibt und sichert (Amazon RDS)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58444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584448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Cloud-Server bei Hetzner, den ihr selbst einrichtet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Fragt euch bei jeder Zeile, wer die Updates einspielt.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Zuordnungsrunde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523744" cy="204825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41148" cy="2048256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IaaS: B und 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Server bei AWS (EC2)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Server bei Hetzner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bekommt einen Server. Ab dem Betriebssystem kümmert ihr euch um alles selbst, auch um die Updates.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572768"/>
            <a:ext cx="2523744" cy="204825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572768"/>
            <a:ext cx="41148" cy="204825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PaaS: D und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0391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Elastic Beanstalk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Amazon RDS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bringt nur Code oder Daten mit. Betriebssystem, Laufzeit und Updates darunter betreibt der Anbieter.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572768"/>
            <a:ext cx="2523744" cy="2048256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572768"/>
            <a:ext cx="41148" cy="204825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1907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SaaS: A und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039112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Google Meet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Microsoft 365</a:t>
            </a:r>
            <a:endParaRPr lang="en-US" sz="11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nutzt fertige Software. Selbst verwaltet ihr nur Zugänge und Daten.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 dahinter ist immer dieselbe: Wer spielt die Updates ein?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DIE CLOUD STEHT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Public, Private, Hybrid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bereitstell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5079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0507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Industrie ist hybrid der Normalfall: Die Fertigung darf nicht vom Internet abhängen.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9/19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SICH MIETEN LOHNT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Elastizität in Zahlen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elastizita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Praxiszeit rechnet ihr selbst nach, für Frankfurt und für Nord-Virginia.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10/19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LEISTUNG, ABER WIE?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Vertikal oder horizontal skalieren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skalier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08176"/>
            <a:ext cx="8010144" cy="23957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3250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8678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Vertikal probiert ihr gleich selbst aus: Server stoppen, Typ ändern, wieder starten.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DIE RECHENZENTREN STEHEN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Regionen und Verfügbarkeitszonen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regi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16736"/>
            <a:ext cx="7534656" cy="2578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59352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1363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Sandbox erlaubt nur us-east-1 und us-west-2. Heute arbeiten alle in us-east-1.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Weltkarte aller AWS-Standorte:  </a:t>
            </a:r>
            <a:pPr indent="0" marL="0">
              <a:buNone/>
            </a:pPr>
            <a:r>
              <a:rPr lang="en-US" sz="1100" u="sng" dirty="0">
                <a:solidFill>
                  <a:srgbClr val="1F4F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Weltkarte der AWS-Regionen öffne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aws.amazon.com/de/about-aws/global-infrastructure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verstehen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12/19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erster eigener Server bei AWS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und die Sandbox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Person startet ihre eigene Sandbox. Nach vier Stunden räumt Pluralsight alles ab.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4389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Weltkarte aller AWS-Standorte:  </a:t>
            </a:r>
            <a:pPr indent="0" marL="0">
              <a:buNone/>
            </a:pPr>
            <a:r>
              <a:rPr lang="en-US" sz="1100" u="sng" dirty="0">
                <a:solidFill>
                  <a:srgbClr val="1F4FD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Weltkarte der AWS-Regionen öffne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aws.amazon.com/de/about-aws/global-infrastructure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STARTASSISTENT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Server in sechs Entscheidungen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ec2-anatom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578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Startskript steht fertig auf der Übungsseite. Ihr tragt darin nur euren Vornamen ein.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14/19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HEUTE ABEND ENTSTEHT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Zielbild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loud-ziel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8895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Schritt dahin beschreibt die Übungsseite. Ich komme reihum in die Breakouts.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15/19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19:15 BIS 20:30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64592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64592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starten, anmelden und die Region prüfen · 10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92024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starten und eure Seite im Browser aufrufen · 20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19456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19456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Stoppen, starten, vergrößern: Was ändert sich? · 15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46888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schätzen: Frankfurt gegen Nord-Virginia · 15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4320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74320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Kommandozeile in CloudShell, ein zweiter Server in einer anderen Zone, Savings Plans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64208" y="301752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Aufräumen: alles löschen, was ihr gestartet habt · 5 Min.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456432"/>
            <a:ext cx="8010144" cy="9144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456432"/>
            <a:ext cx="41148" cy="9144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60273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890518"/>
            <a:ext cx="7607808" cy="36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jacobmenge.github.io/kurs-unterlagen/infrastruktur-planung/praxis-cloud-lab/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 zum Nachlesen:  jacobmenge.github.io/kurs-unterlagen/infrastruktur-planung/architekturen/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Person startet ihre eigene Sandbox und ihren eigenen Server. Euer Vorname steht im Namen des Servers.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Breakout teilt eine Person den Bildschirm, alle machen mit und helfen sich gegenseitig.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Sandbox ist ein echtes AWS-Konto. Tragt keine echten oder privaten Daten ein.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Vorsicht, Wortfalle: Beenden heißt bei AWS löschen. Zum Anhalten nehmt ihr Stoppen.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erst die Hinweise auf der Übungsseite, dann fragen. Ich schaue reihum vorbei.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39312"/>
            <a:ext cx="41148" cy="82296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8561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20:30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73398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Bringt mit: die IP-Adresse eures Servers vor und nach dem Neustart und den Monatspreis für Frankfurt und Nord-Virginia.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baut ihr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17/19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MINUTEN, ALLE ZUSAMMEN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Adressen, ein Server: Warum gibt es nach dem Neustart eine neue IP? Was hilft dagegen?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Vertikal skaliert: Was musste dafür passieren? Was hieße das im Frühjahr für den Konfigurator?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hat heute die Updates eures Servers eingespielt?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 oder Nord-Virginia für Voltrads Kundendaten: Was spricht wofür?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Empfehlung an die Geschäftsführung: Was geht in die Cloud, was bleibt im Werk?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Frage 5 gibt es kein Richtig oder Falsch, nur gute und schwache Begründungen.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18/19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baut ihr in Teams und gegen die Uhr: das Cloud-Rennen.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Übung und die Theorie zu Cloud-Architekturen bleiben auf der Kursseite.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braucht ihr von heute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starten, Server mit Startskript starten, Firewall einstellen, stoppen und beenden.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6459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Teams machen den Konfigurator ausfallsicher. Ein Prüfserver kontrolliert jede Lösung.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7.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19/19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Gemietet, gestartet, gelöscht.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und Theorie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7. Oktober · Das Cloud-Rennen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subject>Abend 12 im Themenblock Planung, Konzeptionierung, Integration</dc:subject>
  <dc:creator>Jacob Menge</dc:creator>
  <cp:lastModifiedBy>Jacob Menge</cp:lastModifiedBy>
  <cp:revision>1</cp:revision>
  <dcterms:created xsi:type="dcterms:W3CDTF">2026-10-05T15:56:40Z</dcterms:created>
  <dcterms:modified xsi:type="dcterms:W3CDTF">2026-10-05T15:56:40Z</dcterms:modified>
</cp:coreProperties>
</file>