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jacobmenge/Desktop/kurs-26.2b-orga/folienwerkstatt/assets/icons/cloudheld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365760"/>
            <a:ext cx="868680" cy="8686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1280160"/>
            <a:ext cx="7635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THEMA 1 · ABEND 19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914400" y="1682496"/>
            <a:ext cx="76352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Terraform, Teil 2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914400" y="2761488"/>
            <a:ext cx="7635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Lösung vom Montag, zwei Werkzeuge für den Betrieb und viel Zeit zum Ausprobieren.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914400" y="3986784"/>
            <a:ext cx="1828800" cy="0"/>
          </a:xfrm>
          <a:prstGeom prst="line">
            <a:avLst/>
          </a:prstGeom>
          <a:noFill/>
          <a:ln w="12700">
            <a:solidFill>
              <a:srgbClr val="DFE3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4078224"/>
            <a:ext cx="7635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Mittwoch, 28. Oktober 2026 · 18:00 bis 21:00 Uhr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ABLAUF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uns heute Abend erwartet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38912" y="1783080"/>
            <a:ext cx="8266176" cy="329184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78308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18:00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572768" y="1783080"/>
            <a:ext cx="7004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Lösung vom Montag, Station für Station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" y="211226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18:40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72768" y="2112264"/>
            <a:ext cx="7004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Neu: Test und Produktion aus einer Datei, drei Befehle für den Betrieb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" y="2441448"/>
            <a:ext cx="8266176" cy="329184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244144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19:05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572768" y="2441448"/>
            <a:ext cx="7004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6928" y="277063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19:15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572768" y="2770632"/>
            <a:ext cx="7004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Praxiszeit: ausprobieren, vorhersagen, Fehler finden. Jede Person für sich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8912" y="3099816"/>
            <a:ext cx="8266176" cy="329184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09981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20:45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572768" y="3099816"/>
            <a:ext cx="7004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Kurze Runde: Was habt ihr herausgefunden?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6928" y="4069080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19" name="Text 17"/>
          <p:cNvSpPr/>
          <p:nvPr/>
        </p:nvSpPr>
        <p:spPr>
          <a:xfrm>
            <a:off x="749808" y="402336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Heute kommt nichts Schweres dazu. Ihr übt mit Terraform, bis es sitzt.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Einstieg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1/25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55080" y="0"/>
            <a:ext cx="2788920" cy="5143500"/>
          </a:xfrm>
          <a:prstGeom prst="rect">
            <a:avLst/>
          </a:prstGeom>
          <a:solidFill>
            <a:srgbClr val="E6F4F5"/>
          </a:solidFill>
          <a:ln/>
        </p:spPr>
      </p:sp>
      <p:sp>
        <p:nvSpPr>
          <p:cNvPr id="3" name="Shape 1"/>
          <p:cNvSpPr/>
          <p:nvPr/>
        </p:nvSpPr>
        <p:spPr>
          <a:xfrm>
            <a:off x="6355080" y="0"/>
            <a:ext cx="45720" cy="5143500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4" name="Text 2"/>
          <p:cNvSpPr/>
          <p:nvPr/>
        </p:nvSpPr>
        <p:spPr>
          <a:xfrm>
            <a:off x="6629400" y="146304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400" dirty="0"/>
          </a:p>
        </p:txBody>
      </p:sp>
      <p:sp>
        <p:nvSpPr>
          <p:cNvPr id="5" name="Shape 3"/>
          <p:cNvSpPr/>
          <p:nvPr/>
        </p:nvSpPr>
        <p:spPr>
          <a:xfrm>
            <a:off x="566928" y="1883664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084832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Lösung vom Montag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66928" y="301752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ihr am Montag gebaut habt und was dabei passiert ist.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 EINRICHTEN UND DIE DATEI ANLEGEN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 1 · Lösung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iac-sandbox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35024"/>
            <a:ext cx="8010144" cy="298094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Lösung vom Montag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2/25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SIE TUN UND WIE ES UNTER WINDOWS HEISST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Linux-Befehle aus Station 1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iac2-linu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35024"/>
            <a:ext cx="8010144" cy="305409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Lösung vom Montag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3/25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 UND DER PROVIDER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main.tf Zeile für Zeile, 1 von 5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iac-zeilen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71600"/>
            <a:ext cx="8010144" cy="2286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Lösung vom Montag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4/25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VARIABLEN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main.tf Zeile für Zeile, 2 von 5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iac-zeilen-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71600"/>
            <a:ext cx="8010144" cy="245973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Lösung vom Montag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5/25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ABBILD SUCHEN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main.tf Zeile für Zeile, 3 von 5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iac-zeilen-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35024"/>
            <a:ext cx="8010144" cy="263347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Lösung vom Montag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6/25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FIREWALL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main.tf Zeile für Zeile, 4 von 5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iac-zeilen-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35024"/>
            <a:ext cx="8010144" cy="31089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Lösung vom Montag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7/25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SERVER UND DIE AUSGABE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main.tf Zeile für Zeile, 5 von 5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iac-zeilen-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35024"/>
            <a:ext cx="8010144" cy="316382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Lösung vom Montag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8/25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ERSTE SERVER AUS EINER DATEI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 2 · Lösung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iac-loesung-ers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35024"/>
            <a:ext cx="8010144" cy="26517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Lösung vom Montag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9/25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ÄNDERN ODER ERSETZEN?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 3 · Lösung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iac-loesung-aender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16736"/>
            <a:ext cx="8010144" cy="27980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Lösung vom Montag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10/25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JEMAND HAT GEKLICKT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 4 · Lösung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iac-loesung-drif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35024"/>
            <a:ext cx="8010144" cy="26517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Lösung vom Montag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11/25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ZWEI SERVER, DANN ALLES WEG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 5 und 6 · Lösung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iac-loesung-zwe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16736"/>
            <a:ext cx="8010144" cy="27980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Lösung vom Montag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12/25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ZUSAMMENGEFASST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Wichtige aus allen Stationen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iac2-kernpunk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35024"/>
            <a:ext cx="8010144" cy="277977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Lösung vom Montag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13/25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55080" y="0"/>
            <a:ext cx="2788920" cy="5143500"/>
          </a:xfrm>
          <a:prstGeom prst="rect">
            <a:avLst/>
          </a:prstGeom>
          <a:solidFill>
            <a:srgbClr val="E6F4F5"/>
          </a:solidFill>
          <a:ln/>
        </p:spPr>
      </p:sp>
      <p:sp>
        <p:nvSpPr>
          <p:cNvPr id="3" name="Shape 1"/>
          <p:cNvSpPr/>
          <p:nvPr/>
        </p:nvSpPr>
        <p:spPr>
          <a:xfrm>
            <a:off x="6355080" y="0"/>
            <a:ext cx="45720" cy="5143500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4" name="Text 2"/>
          <p:cNvSpPr/>
          <p:nvPr/>
        </p:nvSpPr>
        <p:spPr>
          <a:xfrm>
            <a:off x="6629400" y="146304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400" dirty="0"/>
          </a:p>
        </p:txBody>
      </p:sp>
      <p:sp>
        <p:nvSpPr>
          <p:cNvPr id="5" name="Shape 3"/>
          <p:cNvSpPr/>
          <p:nvPr/>
        </p:nvSpPr>
        <p:spPr>
          <a:xfrm>
            <a:off x="566928" y="1883664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084832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Neu: Umgebungen und Betrieb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66928" y="301752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Klein, aber im Betrieb jeden Tag gebraucht.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ZWEI KOPIEN KEINE GUTE IDEE SIND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und Produktion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iac2-pro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16736"/>
            <a:ext cx="8010144" cy="277977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Neu: Umgebungen und Betrieb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14/25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TERRAFORM.TFVARS WIE EIN SERIENBRIEF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Vorlage und Werte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iac2-serienbrie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16736"/>
            <a:ext cx="8010144" cy="296265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Neu: Umgebungen und Betrieb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15/25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ZWEI ORDNER, ZWEI WERTE-DATEIEN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Eine Datei, zwei Umgebungen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iac2-umgebung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16736"/>
            <a:ext cx="8010144" cy="2852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Neu: Umgebungen und Betrieb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16/25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DEFAULT, TERRAFORM.TFVARS, -VAR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Woher kommt der Wert?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iac2-reihenfol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16736"/>
            <a:ext cx="8010144" cy="277977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Neu: Umgebungen und Betrieb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17/25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AUSGABEN NOCH EINMAL ANSEHEN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Werkzeug 1: terraform output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iac2-outp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16736"/>
            <a:ext cx="8010144" cy="277977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Neu: Umgebungen und Betrieb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18/25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NACHSEHEN, WAS TERRAFORM VERWALTET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Werkzeug 2: terraform state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iac2-st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35024"/>
            <a:ext cx="8010144" cy="3017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Neu: Umgebungen und Betrieb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19/25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EINEN SERVER GEZIELT NEU BAUEN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Werkzeug 3: terraform apply -replace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iac2-repla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35024"/>
            <a:ext cx="8010144" cy="31089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Neu: Umgebungen und Betrieb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20/25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55080" y="0"/>
            <a:ext cx="2788920" cy="5143500"/>
          </a:xfrm>
          <a:prstGeom prst="rect">
            <a:avLst/>
          </a:prstGeom>
          <a:solidFill>
            <a:srgbClr val="E6F4F5"/>
          </a:solidFill>
          <a:ln/>
        </p:spPr>
      </p:sp>
      <p:sp>
        <p:nvSpPr>
          <p:cNvPr id="3" name="Shape 1"/>
          <p:cNvSpPr/>
          <p:nvPr/>
        </p:nvSpPr>
        <p:spPr>
          <a:xfrm>
            <a:off x="6355080" y="0"/>
            <a:ext cx="45720" cy="5143500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4" name="Text 2"/>
          <p:cNvSpPr/>
          <p:nvPr/>
        </p:nvSpPr>
        <p:spPr>
          <a:xfrm>
            <a:off x="6629400" y="146304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400" dirty="0"/>
          </a:p>
        </p:txBody>
      </p:sp>
      <p:sp>
        <p:nvSpPr>
          <p:cNvPr id="5" name="Shape 3"/>
          <p:cNvSpPr/>
          <p:nvPr/>
        </p:nvSpPr>
        <p:spPr>
          <a:xfrm>
            <a:off x="566928" y="1883664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084832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Praxiszeit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66928" y="301752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Verstehen und ausprobieren, in eurer eigenen Sandbox.</a:t>
            </a:r>
            <a:endParaRPr lang="en-US" sz="13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ZIELBILD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Drei Ordner, drei Aufgaben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iac2-ord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71600"/>
            <a:ext cx="8010144" cy="26517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Praxiszeit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21/25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PRAXISZEIT · 19:15 BIS 20:45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läuft die Praxiszeit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38912" y="1536192"/>
            <a:ext cx="8266176" cy="27432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5361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Station 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664208" y="1536192"/>
            <a:ext cx="6912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Neue Sandbox, Terraform einrichten, die Datei vom Montag anlegen · 10 Min.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66928" y="181051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Station 2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664208" y="1810512"/>
            <a:ext cx="6912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und Produktion aus einer Datei: vorhersagen, bauen, vergleichen · 20 Min.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8912" y="2084832"/>
            <a:ext cx="8266176" cy="27432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20848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Station 3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664208" y="2084832"/>
            <a:ext cx="6912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Fehlersuche: drei Fehler in einer fertigen Datei finden · 25 Min.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66928" y="23591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Station 4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664208" y="2359152"/>
            <a:ext cx="6912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Betrieb: output, state list, einen Server gezielt neu bauen · 10 Min.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38912" y="2633472"/>
            <a:ext cx="8266176" cy="27432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26334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Station 5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664208" y="2633472"/>
            <a:ext cx="6912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Alles aufräumen, in jedem Ordner · 5 Min.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66928" y="3127248"/>
            <a:ext cx="8010144" cy="1316736"/>
          </a:xfrm>
          <a:prstGeom prst="rect">
            <a:avLst/>
          </a:prstGeom>
          <a:solidFill>
            <a:srgbClr val="EEF0FB"/>
          </a:solidFill>
          <a:ln/>
        </p:spPr>
      </p:sp>
      <p:sp>
        <p:nvSpPr>
          <p:cNvPr id="19" name="Shape 17"/>
          <p:cNvSpPr/>
          <p:nvPr/>
        </p:nvSpPr>
        <p:spPr>
          <a:xfrm>
            <a:off x="566928" y="3127248"/>
            <a:ext cx="41148" cy="1316736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20" name="Text 18"/>
          <p:cNvSpPr/>
          <p:nvPr/>
        </p:nvSpPr>
        <p:spPr>
          <a:xfrm>
            <a:off x="804672" y="3273552"/>
            <a:ext cx="7607808" cy="242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Jetzt öffnen, alles steht auf der Kursseite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04672" y="3561334"/>
            <a:ext cx="7607808" cy="763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Heute:  jacobmenge.github.io/kurs-unterlagen/infrastruktur-planung/praxis-terraform-2/</a:t>
            </a:r>
            <a:endParaRPr lang="en-US" sz="100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Montag nicht fertig geworden? Erst dort weiter:  jacobmenge.github.io/kurs-unterlagen/infrastruktur-planung/praxis-terraform/</a:t>
            </a:r>
            <a:endParaRPr lang="en-US" sz="100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 Station hat einen Lösungsweg zum Aufklappen. Erst probieren, dann nachsehen.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Praxiszeit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22/25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ARBEITET IHR HEUTE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Spielregeln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572768"/>
            <a:ext cx="8010144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00000"/>
              </a:lnSpc>
              <a:spcAft>
                <a:spcPts val="900"/>
              </a:spcAft>
              <a:buClr>
                <a:srgbClr val="0F7C86"/>
              </a:buClr>
              <a:buSzPct val="100000"/>
              <a:buChar char="▸"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 Person arbeitet für sich, jeweils in der eigenen Sandbox. Die Sandbox ist neu, Terraform also auch.</a:t>
            </a:r>
            <a:endParaRPr lang="en-US" sz="1150" dirty="0"/>
          </a:p>
          <a:p>
            <a:pPr marL="254000" indent="-254000">
              <a:lnSpc>
                <a:spcPct val="100000"/>
              </a:lnSpc>
              <a:spcAft>
                <a:spcPts val="900"/>
              </a:spcAft>
              <a:buClr>
                <a:srgbClr val="0F7C86"/>
              </a:buClr>
              <a:buSzPct val="100000"/>
              <a:buChar char="▸"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Ihr schreibt keinen Code selbst. Dateien und Befehle kopiert ihr von der Kursseite.</a:t>
            </a:r>
            <a:endParaRPr lang="en-US" sz="1150" dirty="0"/>
          </a:p>
          <a:p>
            <a:pPr marL="254000" indent="-254000">
              <a:lnSpc>
                <a:spcPct val="100000"/>
              </a:lnSpc>
              <a:spcAft>
                <a:spcPts val="900"/>
              </a:spcAft>
              <a:buClr>
                <a:srgbClr val="0F7C86"/>
              </a:buClr>
              <a:buSzPct val="100000"/>
              <a:buChar char="▸"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 jedem apply: erst die Vorhersage, dann den Plan lesen, dann yes.</a:t>
            </a:r>
            <a:endParaRPr lang="en-US" sz="1150" dirty="0"/>
          </a:p>
          <a:p>
            <a:pPr marL="254000" indent="-254000">
              <a:lnSpc>
                <a:spcPct val="100000"/>
              </a:lnSpc>
              <a:spcAft>
                <a:spcPts val="900"/>
              </a:spcAft>
              <a:buClr>
                <a:srgbClr val="0F7C86"/>
              </a:buClr>
              <a:buSzPct val="100000"/>
              <a:buChar char="▸"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Lösungsweg steht aufklappbar unter jeder Station. Erst selbst probieren, dann vergleichen.</a:t>
            </a:r>
            <a:endParaRPr lang="en-US" sz="1150" dirty="0"/>
          </a:p>
          <a:p>
            <a:pPr marL="254000" indent="-254000">
              <a:lnSpc>
                <a:spcPct val="100000"/>
              </a:lnSpc>
              <a:spcAft>
                <a:spcPts val="900"/>
              </a:spcAft>
              <a:buClr>
                <a:srgbClr val="0F7C86"/>
              </a:buClr>
              <a:buSzPct val="100000"/>
              <a:buChar char="▸"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Hängt ihr fest: erst die Tabelle „Wenn es klemmt“, dann im Chat fragen.</a:t>
            </a:r>
            <a:endParaRPr lang="en-US" sz="1150" dirty="0"/>
          </a:p>
          <a:p>
            <a:pPr marL="254000" indent="-254000">
              <a:lnSpc>
                <a:spcPct val="100000"/>
              </a:lnSpc>
              <a:spcAft>
                <a:spcPts val="900"/>
              </a:spcAft>
              <a:buClr>
                <a:srgbClr val="0F7C86"/>
              </a:buClr>
              <a:buSzPct val="100000"/>
              <a:buChar char="▸"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 früh fertig ist, macht die Bonus-Aufgaben. Aufgeräumt wird spätestens um 20:40 Uhr.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Praxiszeit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23/25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KURZE RUNDE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habt ihr herausgefunden?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38912" y="1737360"/>
            <a:ext cx="8266176" cy="420624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737360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115568" y="1737360"/>
            <a:ext cx="7461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unterscheidet eure Test- und eure Produktionsumgebung? Wo steht das?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66928" y="2157984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115568" y="2157984"/>
            <a:ext cx="7461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Welcher der drei Fehler in Station 3 war am schwersten zu finden?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8912" y="2578608"/>
            <a:ext cx="8266176" cy="420624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2578608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115568" y="2578608"/>
            <a:ext cx="7461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lädt die Seite auch nach dem Reparieren der Firewall noch nicht?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66928" y="2999232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115568" y="2999232"/>
            <a:ext cx="7461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Wann würdet ihr im Betrieb apply -replace benutzen?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66928" y="3977640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393192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 sammeln die Antworten gemeinsam. Ein Satz je Frage reicht.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Abschluss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24/25</a:t>
            </a:r>
            <a:endParaRPr lang="en-US" sz="10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AUSBLICK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Bis Montag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444752"/>
            <a:ext cx="8010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Übungen von heute und vom Montag bleiben auf der Kursseite, mit allen Lösungswegen.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1975104"/>
            <a:ext cx="2523744" cy="164592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975104"/>
            <a:ext cx="41148" cy="1645920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121408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Zum Nachlesen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4672" y="2624328"/>
            <a:ext cx="212140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Theorie zu Infrastruktur als Code und beide Übungen stehen auf der Kursseite.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10128" y="1975104"/>
            <a:ext cx="2523744" cy="164592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1" name="Shape 9"/>
          <p:cNvSpPr/>
          <p:nvPr/>
        </p:nvSpPr>
        <p:spPr>
          <a:xfrm>
            <a:off x="3310128" y="1975104"/>
            <a:ext cx="41148" cy="1645920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12" name="Text 10"/>
          <p:cNvSpPr/>
          <p:nvPr/>
        </p:nvSpPr>
        <p:spPr>
          <a:xfrm>
            <a:off x="3547872" y="2121408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nehmt ihr mit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47872" y="2624328"/>
            <a:ext cx="212140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terraform.tfvars für Umgebungen, output und state list zum Nachsehen, apply -replace für einen gezielten Neubau.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53328" y="1975104"/>
            <a:ext cx="2523744" cy="164592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5" name="Shape 13"/>
          <p:cNvSpPr/>
          <p:nvPr/>
        </p:nvSpPr>
        <p:spPr>
          <a:xfrm>
            <a:off x="6053328" y="1975104"/>
            <a:ext cx="41148" cy="1645920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16" name="Text 14"/>
          <p:cNvSpPr/>
          <p:nvPr/>
        </p:nvSpPr>
        <p:spPr>
          <a:xfrm>
            <a:off x="6291072" y="2121408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Nichts vorbereiten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91072" y="2624328"/>
            <a:ext cx="212140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Sandbox löscht sich nach vier Stunden von selbst. Ihr müsst nichts aufheben.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6928" y="3886200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19" name="Text 17"/>
          <p:cNvSpPr/>
          <p:nvPr/>
        </p:nvSpPr>
        <p:spPr>
          <a:xfrm>
            <a:off x="749808" y="384048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Nächster Termin: Montag, 2. November um 18:00 Uhr.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Abschluss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25/25</a:t>
            </a:r>
            <a:endParaRPr lang="en-US" sz="10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5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15484"/>
            <a:ext cx="9144000" cy="128016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1828800"/>
            <a:ext cx="8010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Gleicher Bauplan, andere Werte.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2788920"/>
            <a:ext cx="8010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Übungen und Lösungswege bleiben auf der Kursseite.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6928" y="3401568"/>
            <a:ext cx="8010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Montag, 2. November · 18:00 Uhr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Terraform, Teil 2</dc:title>
  <dc:subject>Abend 19 im Themenblock Planung, Konzeptionierung, Integration</dc:subject>
  <dc:creator>Jacob Menge</dc:creator>
  <cp:lastModifiedBy>Jacob Menge</cp:lastModifiedBy>
  <cp:revision>1</cp:revision>
  <dcterms:created xsi:type="dcterms:W3CDTF">2026-10-28T16:45:35Z</dcterms:created>
  <dcterms:modified xsi:type="dcterms:W3CDTF">2026-10-28T16:45:35Z</dcterms:modified>
</cp:coreProperties>
</file>