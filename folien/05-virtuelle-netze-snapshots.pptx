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Virtuelle Netze &amp; Snapshots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schauen wir in eure VM hinein – und machen sie mit Absicht kaputt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9. September 2026 · 18:00–21:00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55648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556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55648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drei Multipass-Befehle von Montag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011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2011680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Netz der VM: Wo wohnt sie – und wer sieht sie?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67712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67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67712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Virtueller Speicher: Die Platte ist eine Datei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523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523744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79776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797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779776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Snapshots: das Lesezeichen im VM-Zustand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3035808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für die Breakout-Übung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291840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291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291840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Netz-Detektiv &amp; Snapshot-Experiment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547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547872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Auswertung: eure Funde und der Kaputt-Test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3803904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803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20:40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3803904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Blockabschluss Virtualisierung – und die Brücke zu Docker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zahlt sich der Netzwerkblock zum ersten Mal richtig aus – eure VM ist Netztechnik zum Anfassen.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 – 60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7461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Befehle von Montag: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VMs anzeigen · in die VM wechseln · VM stoppen?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dem Kopf – wer sie nicht mehr weiß, hat sie in fünf Minuten wieder in den Fingern.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2523744" cy="17373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828800"/>
            <a:ext cx="41148" cy="173736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202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98448" y="197510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multipass list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295144"/>
            <a:ext cx="162763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VMs mit Zustand und IPv4-Adresse – euer Überblick.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828800"/>
            <a:ext cx="2523744" cy="17373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828800"/>
            <a:ext cx="41148" cy="173736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9202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41648" y="1975104"/>
            <a:ext cx="1627632" cy="45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multipass shell demo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41648" y="2477516"/>
            <a:ext cx="1627632" cy="969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Hinein in die VM – ab da tippt ihr auf einem Ubuntu.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53328" y="1828800"/>
            <a:ext cx="2523744" cy="17373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053328" y="1828800"/>
            <a:ext cx="41148" cy="173736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19202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84848" y="1975104"/>
            <a:ext cx="1627632" cy="45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multipass stop demo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84848" y="2477516"/>
            <a:ext cx="1627632" cy="969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Sauber anhalten – die Platte bleibt, der Zustand auch.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Genau diese drei tragen euch heute durch die ganze Übung.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wohnt eure VM?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Netzwerk-Wissen, eine Etage tiefer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UND BRIDGED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Netz der VM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vm-net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450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1480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690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 habt ihr die Adresse eurer VM notiert – gleich rechnet ihr nach, in welchem Netz sie wirklich wohnt.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VM-Netz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VIRTUELLER SPEICHER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Platte der VM ist eine Datei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peicher-b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8010144" cy="219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2336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776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Merken fürs Aufräumen: Eine gelöschte VM gibt ihren Platz erst nach „multipass purge“ wirklich frei.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Speicher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Lesezeichen im VM-Zustand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napshot-stra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2494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vor jedem Experiment – dann kostet Mut nichts mehr. Genau das probiert ihr gleich aus.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Netz-Detektiv &amp; Snapshot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Minuten in Gruppen – erst ermitteln, dann kaputt machen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50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28800"/>
            <a:ext cx="8266176" cy="40233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2880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81328" y="1828800"/>
            <a:ext cx="7095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Netz-Detektiv: Adresse, Netz und Gateway eurer VM ermitteln – und drei Erreichbarkeits-Tests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23113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81328" y="2231136"/>
            <a:ext cx="7095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Snapshot: Lesezeichen setzen, VM mit Absicht kaputt machen, wiederherstellen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633472"/>
            <a:ext cx="8266176" cy="40233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6334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Notieren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81328" y="2633472"/>
            <a:ext cx="7095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drei Netz-Antworten – und ein Satz: Was holt der Restore zurück, was nicht?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511296"/>
            <a:ext cx="8010144" cy="96926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3511296"/>
            <a:ext cx="41148" cy="969264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65760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 – beides braucht ihr gleich im Raum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945382"/>
            <a:ext cx="7607808" cy="416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Anleitung mit allen Befehlen:  jacobmenge.github.io/kurs-unterlagen/virtualisierung/praxis-vm-experimente/</a:t>
            </a:r>
            <a:endParaRPr lang="en-US" sz="10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 eintragen:  &lt;Link zum Ergebnis-Dokument hier eintragen&gt;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Gleiche Gruppen, eine Person teilt den Bildschirm – alle rechnen bei Teil A mit.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VM mehr von Montag? „multipass launch 24.04 --name demo“ baut in zwei Minuten eine neue.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 A ist Kopfarbeit mit Netzwerk-Wissen – erst rechnen, dann in den Lösungen nachsehen.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 B zerstört mit Absicht – aber nur in der VM. Der Snapshot kommt VOR dem Kaputtmachen.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Hilfekarten auf der Seite, dann „Um Hilfe bitten“.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602736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02736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4904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20:15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36822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bringt mit: die Netzadresse ihrer VM, das Gateway – und ihren Satz zur Snapshot-Grenze.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25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Funde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0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81051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Netz-Detektiv: Welche Netze habt ihr gefunden – und wer ist das Gateway eurer VM?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17627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Sichtbarkeits-Frage: Warum sieht euer Handy die VM nicht?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4203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420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54203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Kaputt-Test: Was hat der Restore zurückgeholt – und was wäre weg gewesen?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90779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Sätze zu B5: Wogegen hilft ein Snapshot – und wogegen nicht?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B5-Satz ist der wichtigste des Abends: Snapshot = Lesezeichen, Backup = Kopie woanders.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9/11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DURCH THEMA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Virtualisierung: geschafft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eg-thema1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37360"/>
            <a:ext cx="8010144" cy="1737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88620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8404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Montag wird es leichter statt schwerer: Container sind wie VMs – nur ohne das ganze Betriebssystem im Gepäck.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10/11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Montag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 startet der Docker-Block – das Kapseln geht weiter, nur schlanker.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Images, Container, Registry – ihr startet den ersten Container und baut ein eigenes Image.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vorab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mag, installiert Docker Desktop schon vorher – die Anleitung steht auf der Kursseite. Wir richten es sonst gemeinsam ein.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darf jetzt weg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Platz braucht: „multipass delete demo“ und „multipass purge“ – ihr wisst ja jetzt, wie schnell eine neue gebaut ist.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Montag, 14. September, 18:00 Uhr – Docker: Images, Container, Registry.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11/11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Virtualisierung: geschafft.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Abende, zwei Übungen – VM, Netz und Snapshot stehen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14. September · Docker – Einführung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Virtuelle Netze &amp; Snapshots</dc:title>
  <dc:subject>Abend 5 im Themenblock Planung, Konzeptionierung, Integration</dc:subject>
  <dc:creator>Jacob Menge</dc:creator>
  <cp:lastModifiedBy>Jacob Menge</cp:lastModifiedBy>
  <cp:revision>1</cp:revision>
  <dcterms:created xsi:type="dcterms:W3CDTF">2026-09-03T08:19:19Z</dcterms:created>
  <dcterms:modified xsi:type="dcterms:W3CDTF">2026-09-03T08:19:19Z</dcterms:modified>
</cp:coreProperties>
</file>