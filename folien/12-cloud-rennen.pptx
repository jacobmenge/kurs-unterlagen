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Cloud-Rennen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Teams bauen den Konfigurator von Voltrad ausfallsicher in der Cloud auf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7. Oktober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09928" y="173736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Was passiert, wenn die Zone eures Servers ausfällt?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09928" y="201168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 bauen: Load Balancer, Zustandsprüfung, Auto Scaling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8600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86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09928" y="228600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Cloud-Rennen: wozu es da ist und wie ihr damit arbeitet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560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9928" y="256032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Konsole: Flagge für Flagge mit Bildschirmfotos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09928" y="283464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108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09928" y="310896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Breakouts: zehn Minuten Vorbereitung, dann der Startschuss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38328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83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ca. 20:30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09928" y="338328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Rennschluss, Siegerehrung und Auswertung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09928" y="3657600"/>
            <a:ext cx="686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Montag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Zeiten sind Richtwerte. Den Rennschluss zeigt die Uhr auf der Rennbahn.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STICHWORTE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Montag lief euer Server in einer einzigen Zone.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 mit dem Konfigurator,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genau diese Zone ausfällt?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Tipp: Denkt an die Folie zu Regionen und Zonen vom Montag.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warmup-z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Dafür braucht ihr heute zwei neue Bausteine: einen Load Balancer und eine Zielgruppe.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 bauen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den Konfigurator durch den Ausfall einer Zone trägt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 und Auto Scaling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ren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Load Balancer baut jedes Team. Die Auto Scaling-Gruppe ist eine Bonus-Flagge.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 bauen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LISTENER, ZIELGRUPPE, ZUSTANDSPRÜFUNG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ein Load Balancer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lastvertei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16736"/>
            <a:ext cx="7772400" cy="2821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 bauen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AUTO SCALING-GRUPPE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Selbstheilung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selbstheil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08176"/>
            <a:ext cx="8010144" cy="2395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3250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 mit dem Load Balancer wird daraus ein Dienst, der sich selbst repariert.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 bauen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UND LAMBDA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Bonus-Dienste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bonusdien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gehen gut parallel in einer zweiten Sandbox, während das Team am Load Balancer baut.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 bauen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Teams, eine Rennleitung, zwölf Flaggen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WAS, WOZU UND WOMIT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Cloud-Rennen in einer Minute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ihr baut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Konfigurator von Voltrad auf zwei Servern in zwei Zonen, mit einem Load Balancer davor. Fällt ein Server aus, läuft die Seite weiter.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572768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572768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Wozu das Rennen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039112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begleitet euch nur. Eine Rennleitung prüft eure Sandbox direkt bei AWS und sagt euch nach jedem Schritt, was geschafft ist und was noch fehlt.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572768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572768"/>
            <a:ext cx="41148" cy="192024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ihr dafür tut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039112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Bauen nach dem Rennbuch. Danach ein Befehl in CloudShell: python3 funk.py. Mehr müsst ihr für das Rennen nicht bedienen.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Wichtig ist nicht der Platz. Wichtig ist, dass jedes Team den Dienst zum Laufen bringt.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SIEBEN FLAGGEN, EIN ZIEL, VIER BONUS-FLAGGEN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Strecke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strec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jede Flagge verlangt und wie ihr dahin kommt, steht im Rennbuch auf der Kursseite.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9/28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STAND DES RENNENS, LIVE FÜR ALLE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Rennbahn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rennbah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069080" cy="26884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4069080" cy="2688499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10328" y="1353312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0328" y="13533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85232" y="1371600"/>
            <a:ext cx="3291840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Team hat eine Bahn. Jede Fahne ist eine eroberte Flagge, die Krone trägt das führende Team.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910328" y="2077974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0328" y="20779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85232" y="2096262"/>
            <a:ext cx="329184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Uhr zeigt, wie lange das Rennen noch läuft.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910328" y="2609850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26098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85232" y="2628138"/>
            <a:ext cx="3291840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Teamfunk. Ein Funkspruch erscheint kurz als Sprechblase über dem Roboter des Teams.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Rennbahn läuft auch in eurem Teambereich mit. Ein Fenster reicht.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10/28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AUF EINEM BILDSCHIRM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Teambereich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teamberei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572000" cy="26775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4572000" cy="2677599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13248" y="1353312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3248" y="13533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88152" y="1371600"/>
            <a:ext cx="278892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läuft die Rennbahn mit. Ihr seht sofort, wenn eine Flagge fällt.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13248" y="1868424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3248" y="18684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88152" y="1886712"/>
            <a:ext cx="278892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Teamfunk: Hier schreibt ihr den anderen Teams.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13248" y="2383536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3248" y="23835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88152" y="2401824"/>
            <a:ext cx="2788920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Reiter: Anleitung mit Befehlen und Teamschlüssel, Strecke mit den Hinweisen der Rennleitung, Boxenstopp mit acht Fragen und eure Sandboxes.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Anmelden mit dem Passwort aus dem Chat eures Breakout-Raums. Ein Zugang je Team.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11/28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PRÜFT DIE RENNLEITUNG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Funkgerät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funkgera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jeder Änderung einfach wieder funken. Der Bericht sagt, was noch fehlt.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12/28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TERMINAL DIREKT IN DER AWS-KONSOLE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CloudShell öffnen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konsolenlei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6858000" cy="16440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107081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10708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41832" y="3125369"/>
            <a:ext cx="763524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das Symbol &gt;_ in der oberen Leiste klicken. CloudShell startet in etwa einer halben Minute.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437789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4377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41832" y="3456077"/>
            <a:ext cx="76352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 muss USA (Nord-Virginia) stehen. Das ist die Region us-east-1 vom Montag. Die Rennleitung prüft eure Server dort.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CloudShell ist schon mit eurer Sandbox angemeldet. Ihr müsst nichts installieren.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13/28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BEFEHLE IN CLOUDSHELL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Funkgerät holen und starten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erst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3840480" cy="27449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3840480" cy="2744999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81728" y="1371600"/>
            <a:ext cx="3895344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Funkgerät ist ein kleines Python-Skript namens funk.py. Es liegt auf dem Server der Rennleitung und läuft in eurer CloudShell, nicht auf euren Servern.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81728" y="2237232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1728" y="22372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56632" y="2255520"/>
            <a:ext cx="3520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Befehl lädt das Skript in eure CloudShell. Das braucht ihr nur einmal.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81728" y="2752344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1728" y="275234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56632" y="2770632"/>
            <a:ext cx="3520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zweite Befehl startet es. Ihn tippt ihr ab jetzt nach jedem Bauschritt.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81728" y="3267456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1728" y="32674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56632" y="3285744"/>
            <a:ext cx="35204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beim ersten Start fragt es nach Teamschlüssel und Rufname.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81728" y="3800856"/>
            <a:ext cx="3895344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Befehle und den Teamschlüssel kopiert ihr aus dem Teambereich, Reiter Anleitung.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Skript ändert nichts in eurer Sandbox. Es meldet nur, was dort läuft, und zeigt darunter den Bericht.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14/28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ERSCHEINT IN CLOUDSHELL DIREKT UNTER DEM BEFEHL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Bericht nach jedem Funkspruch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funkber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3749040" cy="28889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35024"/>
            <a:ext cx="3749040" cy="2888911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90288" y="1353312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90288" y="13533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5192" y="1371600"/>
            <a:ext cx="3611880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heißt erobert, mit der Uhrzeit.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90288" y="1692402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0288" y="169240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5192" y="1710690"/>
            <a:ext cx="36118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[+] heißt gerade neu erobert. Auf der Rennbahn geht die Fahne hoch.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90288" y="2224278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0288" y="22242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5192" y="2242566"/>
            <a:ext cx="3611880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heißt fehlt noch. Dahinter steht, was die Rennleitung gesehen hat und was zu tun ist.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90288" y="2967228"/>
            <a:ext cx="3986784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meldet etwas selbst. Eine Flagge gibt es erst, wenn AWS sie bestätigt.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Hängt ihr fest, lest zuerst die Zeile der Flagge im Bericht.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Rennen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für Flagge, mit Bildschirmfotos aus AWS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FÜR FLAGGE: DAS BAUT IHR HEUTE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Bauplan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Funk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57276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CloudShell öffnen, Funkgerät holen und mit python3 funk.py melden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Web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84708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→ Instance starten: Amazon Linux, t3.micro, Startskript in die Benutzerdaten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12140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Tür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12140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Start den Haken bei SSH entfernen und nur HTTP aus dem Internet zulassen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Tags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39572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Tags an jede Instanz: Projekt = Konfigurator und Team = eure Farbe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67004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670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Zonen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67004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zweiter Server mit demselben Skript, in einem Subnetz einer anderen Zone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ALB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die Zielgruppe mit beiden Servern, dann den Load Balancer davor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1868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Ausfall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21868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der beiden Server stoppen, eine Minute warten, funken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93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Ziel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9300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wieder löschen, und zwar in jeder Sandbox eures Teams. Dann noch einmal funken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Klick dazu zeigt das Rennbuch. Erst den Abschnitt lesen, dann bauen.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16/28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2 WEBSERVER UND FLAGGE 3 TÜR ZU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Start des Servers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fire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480560" cy="22489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4480560" cy="2248997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21808" y="1371600"/>
            <a:ext cx="3255264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→ Instances → Instance starten, dann nach unten zu den Netzwerkeinstellungen.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21808" y="2077974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1808" y="20779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96712" y="2096262"/>
            <a:ext cx="28803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Haken bei SSH entfernen. Damit ist die Tür zu.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21808" y="2609850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1808" y="26098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96712" y="2628138"/>
            <a:ext cx="288036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Haken bei HTTP setzen. Sonst erreicht niemand eure Seite.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21808" y="3160014"/>
            <a:ext cx="3255264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 unten unter Erweiterte Details kommt das Startskript in das Feld Benutzerdaten. Die Tags tragt ihr oben unter Name und Tags ein.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etwa 90 Sekunden zeigt die öffentliche Adresse eure Seite. Dann funken.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17/28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5 ZWEI ZONEN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zweite Server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sub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160520" cy="26711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4160520" cy="2671151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01768" y="1371600"/>
            <a:ext cx="357530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 Instance starten, mit demselben Startskript und denselben Tags. In den Netzwerkeinstellungen auf Bearbeiten klicken.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01768" y="2052828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01768" y="20528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76672" y="2071116"/>
            <a:ext cx="320040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Feld Subnetz öffnen.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01768" y="2383536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01768" y="23835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76672" y="2401824"/>
            <a:ext cx="32004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Subnetz wählen, dessen Zone eine andere ist als beim ersten Server. Dessen Zone steht auf seiner Webseite.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01768" y="3101340"/>
            <a:ext cx="3575304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Firewall: Vorhandene Sicherheitsgruppe auswählen und launch-wizard-1 nehmen.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Server in zwei Zonen: Fällt eine Zone aus, läuft der andere weiter.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18/28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6 LASTVERTEILER, ERSTER TEIL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Zielgruppe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zie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206240" cy="26561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4206240" cy="2656190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47488" y="1371600"/>
            <a:ext cx="352958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unter Lastausgleich → Zielgruppen → Zielgruppe erstellen. Name voltrad-ziele, Protokoll HTTP, Port 80, dann Weiter.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47488" y="2052828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47488" y="20528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22392" y="2071116"/>
            <a:ext cx="315468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beiden Webserver anhaken.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47488" y="2383536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7488" y="23835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22392" y="2401824"/>
            <a:ext cx="31546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Dieser Knopf nimmt sie in die Zielgruppe auf. Der Name ist sperrig, gemeint ist: hinzufügen.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47488" y="3101340"/>
            <a:ext cx="352958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 Weiter und Zielgruppe erstellen.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Zielgruppe ist die Liste der Server, auf die der Load Balancer verteilt.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19/28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6 LASTVERTEILER, ZWEITER TEIL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Falle bei der Sicherheitsgruppe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sicherheitsgrup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6858000" cy="16007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6858000" cy="1600783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118687"/>
            <a:ext cx="8010144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Lastausgleich → Load Balancer → Load Balancer erstellen. Name voltrad-alb, die beiden Zonen eurer Server anhaken.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3615511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61551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41832" y="3633799"/>
            <a:ext cx="763524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Vorausgewählt ist die Gruppe default. Sie lässt aus dem Internet nichts herein. Mit dem ✕ entfernen und die Gruppe eurer Webserver wählen.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Lädt die Adresse des Load Balancers später endlos, liegt es fast immer an dieser Stelle.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20/28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6 LASTVERTEILER, DRITTER TEIL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und Zielgruppe verbinden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liste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029200" cy="2256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5029200" cy="2256344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70448" y="1371600"/>
            <a:ext cx="2706624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Listener HTTP:80 ist schon angelegt.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70448" y="1885188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18851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45352" y="1903476"/>
            <a:ext cx="2331720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Routing-Aktion bleibt auf Zu Zielgruppen weiterleiten.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70448" y="2609850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26098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45352" y="2628138"/>
            <a:ext cx="233172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Zielgruppe voltrad-ziele wählen.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70448" y="3160014"/>
            <a:ext cx="2706624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 unten: Load Balancer erstellen.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Listener nimmt die Anfragen an, die Zielgruppe sagt, wohin sie gehen.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21/28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 6 PRÜFEN, DANN FLAGGE 7 AUSFALL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Fertig, wenn beide Ziele Healthy sind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aws/ges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846320" cy="22035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4846320" cy="2203599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87568" y="1371600"/>
            <a:ext cx="2889504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Zielgruppe voltrad-ziele öffnen, Registerkarte Ziele.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87568" y="1868424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87568" y="18684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62472" y="1886712"/>
            <a:ext cx="251460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zwei bis vier Minuten steht bei beiden Servern Healthy.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87568" y="2401824"/>
            <a:ext cx="28895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den DNS-Namen des Load Balancers im Browser öffnen und mehrmals neu laden. Die Instanz-ID wechselt. Jetzt funken. Für Flagge 7 einen der beiden Server stoppen, eine Minute warten und wieder funken.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Load Balancer schickt Anfragen nur an Ziele, die Healthy sind.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22/28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INS ZIEL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Aufräumen in der richtigen Reihenfolge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nnen-aufrae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8010144" cy="2395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32504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Fangt 20 Minuten vor Rennschluss mit dem Aufräumen an. Danach zählt keine Flagge mehr.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23/28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DAMIT IHR NICHT HÄNGEN BLEIBT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Stolperstellen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91056"/>
            <a:ext cx="8266176" cy="42062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910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29968" y="1591056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Oben rechts muss USA (Nord-Virginia) stehen. Die Rennleitung sucht eure Server dort.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Geduld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29968" y="2011680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Webserver braucht 90 Sekunden, ein Load Balancer bis zu vier Minuten.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432304"/>
            <a:ext cx="8266176" cy="42062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323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Balancer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29968" y="2432304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Ersetzt die vorgewählte Sicherheitsgruppe default durch die Gruppe eurer Webserver.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8529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Ausfalltest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9968" y="2852928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dem Stoppen eine Minute warten. Vorher liefert der Load Balancer noch einzelne Fehler.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42062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Aufräumen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29968" y="3273552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Auto Scaling-Gruppe zuerst. Sie braucht sechs Minuten, bis sie und ihre Server weg sind.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Bericht des Funkgeräts nennt bei jeder Flagge, was noch fehlt.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Konsole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24/28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ERST VORBEREITUNG, DANN DAS RENNEN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91056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91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Vorbereitung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01368" y="1591056"/>
            <a:ext cx="677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starten, im Teambereich anmelden, CloudShell öffnen, Funkgerät holen, zur Probe funken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8653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01368" y="1865376"/>
            <a:ext cx="677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Etwa zehn Minuten. Es zählt noch nichts, gebaut wird erst nach dem Startschuss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139696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Startschuss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01368" y="2139696"/>
            <a:ext cx="677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auf der Rennbahn. Ab jetzt zählt jede Flagge, die Reihenfolge von 1 bis 7 ist frei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14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01368" y="2414016"/>
            <a:ext cx="677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Selbstheilung, Objektspeicher, Serverlos und der Boxenstopp im Teambereich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688336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Aufräumen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01368" y="2688336"/>
            <a:ext cx="677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Minuten vor Rennschluss beginnen, die Auto Scaling-Gruppe zuerst. Dann aus jeder Sandbox funken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62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Rennschluss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01368" y="2962656"/>
            <a:ext cx="677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Uhr auf der Rennbahn zeigt ihn. Danach alle zurück in den Hauptraum zur Siegerehrung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401568"/>
            <a:ext cx="8010144" cy="9692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401568"/>
            <a:ext cx="41148" cy="96926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547872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835654"/>
            <a:ext cx="7607808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Teambereich mit Rennbahn:  Der Link steht im Chat von Meet.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Rennbuch mit allen Wegen:  jacobmenge.github.io/kurs-unterlagen/infrastruktur-planung/praxis-cloud-rennen/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geht's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25/28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Breakout ist euer Team. Das Passwort für den Teambereich steht im Chat eures Raums.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Person baut in ihrer eigenen Sandbox. Teilt die Flaggen auf und funkt aus jeder Sandbox selbst.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Seiten und Load Balancer der anderen Teams sind öffentlich: nicht anfassen, keine Lasttests.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Teamfunk gilt derselbe Ton wie im Kurs. Die Rennleitung liest mit.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erst der Bericht des Funkgeräts, dann das Rennbuch, dann fragen.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639312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39312"/>
            <a:ext cx="41148" cy="822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8561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Minuspunkte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73398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Flaggen 1 bis 7 zählen in jeder Reihenfolge. Wer an einer Stelle hängt, macht mit der nächsten Flagge weiter.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geht's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26/28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MINUTEN, ALLE ZUSAMMEN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Siegerehrung und Auswertung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lange hat euer Load Balancer beim Ausfalltest noch Fehler geliefert? Warum?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verlangt ein Application Load Balancer mindestens zwei Zonen?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hat die Rennleitung euer Konto geprüft, ohne euer Passwort zu kennen?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hätte Voltrad an eurem Aufbau für den echten Betrieb noch gefehlt?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Wofür nutzt eine Firma Tags wie Projekt und Team?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 die Siegerehrung auf der Rennbahn: Podest, Kronen und Feuerwerk.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27/28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dem Rennen endet der Cloud-Teil. Am Montag wird geplant.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3716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Rennbuch und Übungen bleiben auf der Kursseite. Das Endergebnis kommt in den Chat.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3716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zu Hause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mag, baut die Selbstheilung in Ruhe nach. Das Rennbuch beschreibt jeden Schritt.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3716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Montag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Ist-Analyse bei Voltrad: Was steht im Werk und im Serverraum? Daraus entsteht das Sollkonzept.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68503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6393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12. Oktober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28/28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Zonen, ein Load Balancer.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Rennbuch, Übung und Theorie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12. Oktober · Ist-Analyse und Sollkonzept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Cloud-Rennen</dc:title>
  <dc:subject>Abend 13 im Themenblock Planung, Konzeptionierung, Integration</dc:subject>
  <dc:creator>Jacob Menge</dc:creator>
  <cp:lastModifiedBy>Jacob Menge</cp:lastModifiedBy>
  <cp:revision>1</cp:revision>
  <dcterms:created xsi:type="dcterms:W3CDTF">2026-10-07T15:43:20Z</dcterms:created>
  <dcterms:modified xsi:type="dcterms:W3CDTF">2026-10-07T15:43:20Z</dcterms:modified>
</cp:coreProperties>
</file>