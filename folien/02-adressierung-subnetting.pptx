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die ersten Ergebnisse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Mittwoch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Mittwoch schließen wir den Netzwerkblock ab – danach geht es in die Virtualisierung.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1/20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VON 14 HABEN GEANTWORTET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danke!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Netzwerkfragen aus dem Formular. Zwei davon habt ihr komplett abgeräumt.</a:t>
            </a:r>
            <a:endParaRPr lang="en-US" sz="1300" dirty="0"/>
          </a:p>
        </p:txBody>
      </p:sp>
      <p:pic>
        <p:nvPicPr>
          <p:cNvPr id="6" name="Image 0" descr="/Users/jacobmenge/Desktop/kurs-26.2b-orga/folienwerkstatt/assets/diagramme/umfrage-net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8010144" cy="1874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dritte Frage ist kein Zufallstreffer – am Ende des Abends beantwortet sie jeder hier im Schlaf.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2/20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Grenze: Alles unter den Einsen ist Netz, der Rest gehört dem Gerät.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3/20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Blockgröße = 2 hoch Hostbits – jeder Schritt halbiert.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93008" y="1783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075688"/>
            <a:ext cx="54864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148840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14884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93008" y="214884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243230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43230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93008" y="243230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2715768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715768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2715768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93008" y="2715768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2999232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2999232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93008" y="2999232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" y="3282696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282696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572768" y="3282696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93008" y="3282696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356616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572768" y="356616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93008" y="356616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" y="3849624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384962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572768" y="384962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93008" y="384962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36" name="Image 0" descr="/Users/jacobmenge/Desktop/kurs-26.2b-orga/folienwerkstatt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8" name="Text 35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 AUS DER UMFRAGE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8010144" cy="9144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das Gateway?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17366"/>
            <a:ext cx="7607808" cy="36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Router braucht auch eine Adresse aus dem Block – meist die erste nutzbare. Wer Geräte zählt, plant ihn mit ein: 62 nutzbare heißt 61 für eure Geräte plus das Gateway.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5/20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zep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6/20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block-strah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200400"/>
            <a:ext cx="8010144" cy="111556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8/20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9/20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10/20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11/20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12/20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Antwort auf die Frage vom Mittwoch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13/20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in fünf Minuten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14/20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15/20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 wie beim Schichten-Check.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16/20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Bogen zur Umfrage: die /26-Frage, noch einmal für alle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17/20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737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7373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029968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10312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210312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468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46888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83464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83464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32004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6616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566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10128" y="356616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.240 bis .255 bleiben frei – Platz zum Wachsen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passt.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18/20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19/20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Mittwoch machen wir den Netzwerkblock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lösen wir die Leitfrage vom ersten Abend ein.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2. September, 18:00 Uhr – das Finale des Netzwerkblocks.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2. September · Routing, VLAN und Sicherheit – das Blockfinale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2026-08-31T14:28:41Z</dcterms:created>
  <dcterms:modified xsi:type="dcterms:W3CDTF">2026-08-31T14:28:41Z</dcterms:modified>
</cp:coreProperties>
</file>