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4/24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5/24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6/24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7/24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8/24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10/24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13/24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14/24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loesungsweg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0128"/>
            <a:ext cx="8010144" cy="87782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15/24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16/24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17/24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18/24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20/24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21/24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22/24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23/24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24/24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2026-08-31T15:39:09Z</dcterms:created>
  <dcterms:modified xsi:type="dcterms:W3CDTF">2026-08-31T15:39:09Z</dcterms:modified>
</cp:coreProperties>
</file>