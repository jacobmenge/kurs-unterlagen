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die ersten Ergebnisse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 schließen wir den Netzwerkblock ab – danach geht es in die Virtualisierung.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1/24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VON 14 HABEN GEANTWORTET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danke!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Netzwerkfragen aus dem Formular. Zwei davon habt ihr komplett abgeräumt.</a:t>
            </a:r>
            <a:endParaRPr lang="en-US" sz="1300" dirty="0"/>
          </a:p>
        </p:txBody>
      </p:sp>
      <p:pic>
        <p:nvPicPr>
          <p:cNvPr id="6" name="Image 0" descr="/Users/jacobmenge/Desktop/kurs-26.2b-orga/folienwerkstatt/assets/diagramme/umfrage-ne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874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dritte Frage ist kein Zufallstreffer – am Ende des Abends beantwortet sie jeder hier im Schlaf.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2/24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BRÜCKE INS BINÄRE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der Computer eure Adresse sieht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inaer-bru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Binär braucht ihr heute nicht: 32 Bits, jede Stelle eine Zweierpotenz. Damit ist die Maske gleich keine Magie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3/24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Vorn das Netz, hinten die Nummer des einzelnen Geräts – egal ob Laptop, Drucker oder Server.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4/24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In der Maske gilt: Einsen = Netz, Nullen = Gerät.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35608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172968" y="1783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letztes Oktett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407408" y="17830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075688"/>
            <a:ext cx="562356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" y="2148840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148840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35608" y="214884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72968" y="2148840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07408" y="2148840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2432304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35608" y="243230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172968" y="2432304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07408" y="2432304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" y="2715768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715768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35608" y="2715768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72968" y="2715768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07408" y="2715768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" y="2999232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35608" y="2999232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2968" y="2999232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407408" y="2999232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" y="3282696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3282696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435608" y="3282696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172968" y="3282696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407408" y="3282696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" y="3566160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435608" y="356616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172968" y="3566160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407408" y="3566160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" y="3849624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9" name="Text 37"/>
          <p:cNvSpPr/>
          <p:nvPr/>
        </p:nvSpPr>
        <p:spPr>
          <a:xfrm>
            <a:off x="658368" y="3849624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435608" y="384962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172968" y="3849624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407408" y="3849624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44" name="Image 0" descr="/Users/jacobmenge/Desktop/kurs-26.2b-orga/folienwerkstatt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6" name="Text 43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5/24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-abzug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Adressen am Stück. Wie viele Geräte passen da rein? Antwort in den Chat.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6/24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-abzug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erste benennt das Netz, die letzte ruft alle – als Geräteadresse sind beide tabu.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7/24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-abzug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Geräte plant, rechnet das Gateway mit ein: von 62 nutzbaren bleiben 61 frei.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8/24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9/24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10/24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block-strah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200400"/>
            <a:ext cx="8010144" cy="111556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11/24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12/24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13/24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14/24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15/24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 auf die Frage vom Mittwoch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16/24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IPv6?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wa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17/24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HEXADEZIMAL, KURZ ERKLÄRT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lesen können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Lesen reicht: vorn das Netz, hinten das Gerät – gerechnet wird bei IPv6 nichts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18/24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19/24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 wie beim Schichten-Check.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20/24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Bogen zur Umfrage: die /26-Frage, noch einmal für alle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21/24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22/24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23/24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Mittwoch machen wir den Netzwerkblock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lösen wir die Leitfrage vom ersten Abend ein.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2. September, 18:00 Uhr – das Finale des Netzwerkblocks.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24/24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· Routing, VLAN und Sicherheit – das Blockfinale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2026-08-31T15:27:45Z</dcterms:created>
  <dcterms:modified xsi:type="dcterms:W3CDTF">2026-08-31T15:27:45Z</dcterms:modified>
</cp:coreProperties>
</file>