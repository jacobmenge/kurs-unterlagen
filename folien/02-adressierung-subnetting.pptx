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2/24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3/24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4/24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In der Maske gilt: Einsen = Netz, Nullen = Gerät.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3560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7296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letztes Oktett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07408" y="1783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75688"/>
            <a:ext cx="562356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2148840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35608" y="21488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2968" y="214884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07408" y="214884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43230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35608" y="24323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72968" y="243230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07408" y="243230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2715768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15768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35608" y="271576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72968" y="2715768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271576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2999232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35608" y="29992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2968" y="2999232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07408" y="2999232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" y="3282696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3282696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35608" y="328269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72968" y="3282696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07408" y="3282696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356616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35608" y="356616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72968" y="356616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356616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3849624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384962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35608" y="38496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72968" y="384962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07408" y="384962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44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6" name="Text 43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5/24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Adressen am Stück. Wie viele Geräte passen da rein?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6/24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erste benennt das Netz, die letzte ruft alle – als Geräteadresse sind beide tabu.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7/24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Geräte plant, rechnet das Gateway mit ein: von 62 nutzbaren bleiben 61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8/24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9/24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10/24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12/24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13/24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14/24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15/24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16/24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17/24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18/24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19/24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20/24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21/24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627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627632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19933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1993392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042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304288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615184"/>
            <a:ext cx="8193024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6151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61518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615184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2926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29260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2926080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pic>
        <p:nvPicPr>
          <p:cNvPr id="23" name="Image 0" descr="/Users/jacobmenge/Desktop/kurs-26.2b-orga/folienwerkstatt/assets/diagramme/subnetz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364992"/>
            <a:ext cx="8010144" cy="77724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der Rest bleibt Reserve.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22/24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23/24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24/24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2026-08-31T15:44:42Z</dcterms:created>
  <dcterms:modified xsi:type="dcterms:W3CDTF">2026-08-31T15:44:42Z</dcterms:modified>
</cp:coreProperties>
</file>