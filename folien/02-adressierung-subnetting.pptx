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26.2b-orga/folienwerkstatt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2/22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3/22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4/22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5/22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91640"/>
            <a:ext cx="8010144" cy="19568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64 sagt, hat die zwei Reservierten vergessen – und wer Geräte plant, rechnet das Gateway mit ein: 61 bleiben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6/22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7/22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8/22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10/22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11/22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12/22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13/22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14/22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IPv6?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wa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15/22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HEXADEZIMAL, KURZ ERKLÄRT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lesen können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 reicht: vorn das Netz, hinten das Gerät – gerechnet wird bei IPv6 nichts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16/22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17/22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18/22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19/22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20/22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21/22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22/22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2026-08-31T15:14:37Z</dcterms:created>
  <dcterms:modified xsi:type="dcterms:W3CDTF">2026-08-31T15:14:37Z</dcterms:modified>
</cp:coreProperties>
</file>