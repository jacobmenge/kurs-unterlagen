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26.2b-orga/folienwerkstatt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Adressierung und Subnetting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wird gerechnet – Papier und Stift reichen, Taschenrechner braucht ihr nicht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Montag, 31. August 2026 · 18:00–21:00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810512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81051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572768" y="181051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Standortbestimmung – die ersten Ergebnisse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206654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572768" y="2066544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auseinandergenommen: Aufbau, Maske, Präfixe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" y="2322576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3225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572768" y="2322576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Rechnen: Blockgrößen, Netz- und Broadcast-Adresse, drei Aufgaben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25786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572768" y="257860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8912" y="2834640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8346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572768" y="2834640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Adressen und NAT – und IPv6 kompakt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309067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19:15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572768" y="309067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8912" y="3346704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34670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19:25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572768" y="3346704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Subnetz-Architekten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360273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572768" y="3602736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Auswertung: eure Netzpläne im Vergleich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8912" y="3858768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385876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572768" y="385876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 auf Mittwoch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4233672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4187952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Mittwoch schließen wir den Netzwerkblock ab – danach geht es in die Virtualisierung.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1/21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VON 14 HABEN GEANTWORTET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Standortbestimmung – danke!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Netzwerkfragen aus dem Formular. Zwei davon habt ihr komplett abgeräumt.</a:t>
            </a:r>
            <a:endParaRPr lang="en-US" sz="1300" dirty="0"/>
          </a:p>
        </p:txBody>
      </p:sp>
      <p:pic>
        <p:nvPicPr>
          <p:cNvPr id="6" name="Image 0" descr="/Users/jacobmenge/Desktop/kurs-26.2b-orga/folienwerkstatt/assets/diagramme/umfrage-net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920240"/>
            <a:ext cx="8010144" cy="1874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dritte Frage ist kein Zufallstreffer – am Ende des Abends beantwortet sie jeder hier im Schlaf.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2/21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auseinandergenommen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in 192.168.2.33/24 wirklich drinsteckt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BRÜCKE INS BINÄRE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der Computer eure Adresse sieht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binaer-bruec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35915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Mehr Binär braucht ihr heute nicht: 32 Bits, jede Stelle eine Zweierpotenz. Damit ist die Maske gleich keine Magie mehr.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3/21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AUFBAU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Adresse, zwei Hälften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p-aufba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36192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Vorn das Netz, hinten die Nummer des einzelnen Geräts – egal ob Laptop, Drucker oder Server.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4/21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REFERENZ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Präfixe, mit denen ihr rechnen werdet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Werkzeug für heute. Blockgröße = 2 hoch Hostbits – jeder Schritt halbiert.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1783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Präfix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572768" y="17830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493008" y="17830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Blockgröße · nutzbar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075688"/>
            <a:ext cx="54864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" y="2148840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148840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/24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572768" y="2148840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93008" y="2148840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256 · 254 Geräte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" y="2432304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572768" y="2432304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255.255.255.128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493008" y="2432304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 · 126 Geräte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" y="2715768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715768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/26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572768" y="2715768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255.255.255.192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493008" y="2715768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· 62 Geräte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58368" y="2999232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/27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572768" y="2999232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255.255.255.224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493008" y="2999232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· 30 Geräte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" y="3282696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282696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/28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572768" y="3282696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255.255.255.240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493008" y="3282696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· 14 Geräte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8368" y="3566160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/29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572768" y="3566160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255.255.255.248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493008" y="3566160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· 6 Geräte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75488" y="3849624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32" name="Text 30"/>
          <p:cNvSpPr/>
          <p:nvPr/>
        </p:nvSpPr>
        <p:spPr>
          <a:xfrm>
            <a:off x="658368" y="3849624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/30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572768" y="3849624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255.255.255.252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493008" y="3849624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2 – Router-Kopplung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272784" y="1783080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OFT PASST DER BLOCK INS /24</a:t>
            </a:r>
            <a:endParaRPr lang="en-US" sz="1050" dirty="0"/>
          </a:p>
        </p:txBody>
      </p:sp>
      <p:pic>
        <p:nvPicPr>
          <p:cNvPr id="36" name="Image 0" descr="/Users/jacobmenge/Desktop/kurs-26.2b-orga/folienwerkstatt/assets/diagramme/praefix-balk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2148840"/>
            <a:ext cx="2304288" cy="1984248"/>
          </a:xfrm>
          <a:prstGeom prst="rect">
            <a:avLst/>
          </a:prstGeom>
        </p:spPr>
      </p:pic>
      <p:sp>
        <p:nvSpPr>
          <p:cNvPr id="37" name="Shape 34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8" name="Text 35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Auffällig: nutzbar ist immer Blockgröße minus 2. Warum – nächste Folie.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5/21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FRAGE AUS DER UMFRAGE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62 und nicht 64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block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91640"/>
            <a:ext cx="8010144" cy="195681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64 sagt, hat die zwei Reservierten vergessen – und wer Geräte plant, rechnet das Gateway mit ein: 61 bleiben frei.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6/21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rechnet ihr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Aufgaben, Antworten in den Chat – aufgelöst wird per Klick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VIER SCHRITTEN ZU JEDEM NETZ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ezept-w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diesen vier Schritten löst ihr jede Aufgabe von heute – und jede, die euch draußen begegnet.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7/21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A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a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8/21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A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a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1536192"/>
          </a:xfrm>
          <a:prstGeom prst="rect">
            <a:avLst/>
          </a:prstGeom>
        </p:spPr>
      </p:pic>
      <p:pic>
        <p:nvPicPr>
          <p:cNvPr id="6" name="Image 1" descr="/Users/jacobmenge/Desktop/kurs-26.2b-orga/folienwerkstatt/assets/diagramme/block-strah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200400"/>
            <a:ext cx="8010144" cy="111556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9/21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B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b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10/21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B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b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11/21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C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c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12/21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C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c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13/21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Wem gehört 192.168?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Antwort auf die Frage vom Mittwoch – und der Blick auf IPv6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IHR ALLE DIESELBE ADRESSE HABEN DÜRFT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Adressen und NAT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nat-w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148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private Bereiche gehören euch: 10.0.0.0/8 · 172.16.0.0/12 · 192.168.0.0/16 – im Internet werden sie nicht geroutet.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14/21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BLICK NACH VORN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IPv6 in fünf Minuten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pv6-aufba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17373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Rechnen mehr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Netz ist praktisch immer ein /64 – gerechnet wird beim Anbieter.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3101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8"/>
          <p:cNvSpPr/>
          <p:nvPr/>
        </p:nvSpPr>
        <p:spPr>
          <a:xfrm>
            <a:off x="33101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9"/>
          <p:cNvSpPr/>
          <p:nvPr/>
        </p:nvSpPr>
        <p:spPr>
          <a:xfrm>
            <a:off x="35478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Broadcast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5478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Gezielte Gruppenrufe statt Alle-Rufen – das Minus-zwei entfällt.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0533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2"/>
          <p:cNvSpPr/>
          <p:nvPr/>
        </p:nvSpPr>
        <p:spPr>
          <a:xfrm>
            <a:off x="60533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3"/>
          <p:cNvSpPr/>
          <p:nvPr/>
        </p:nvSpPr>
        <p:spPr>
          <a:xfrm>
            <a:off x="62910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NAT-Zwang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2910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Adressen genug für alle – die Trennung übernimmt die Firewall.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15/21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Subnetz-Architekten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Minuten in Gruppen – ihr plant das Netz der Müller GmbH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50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Müller GmbH zieht um. Ihr bekommt ein /24 und schneidet daraus die Abteilungsnetze – nur mit Stift, Papier und dem Rezept von eben.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201168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201168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min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35608" y="2011680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Abteilung die Hostbits bestimmen – Formel: 2 hoch n minus 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239572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435608" y="2395728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Größte zuerst: Präfixe wählen, Blöcke lückenlos schneiden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8912" y="277977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77977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435608" y="2779776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Planungstabelle füllen: Netz, erste, letzte, Broadcast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6928" y="3163824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min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435608" y="3163824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Selbstcheck im Online-Subnetzrechner – jede Zeile muss exakt passen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611880"/>
            <a:ext cx="8010144" cy="84124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611880"/>
            <a:ext cx="41148" cy="841248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75818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 – beides braucht ihr gleich im Raum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04672" y="4045966"/>
            <a:ext cx="7607808" cy="288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mit allen Zahlen:  jacobmenge.github.io/kurs-unterlagen/netzwerke/praxis-subnetting/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Ergebnisse eintragen:  &lt;Link zum Ergebnis-Dokument hier eintragen&gt;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16/21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Gleiche Gruppen wie beim Schichten-Check. Eine Person teilt den Bildschirm.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Öffnet den Link zur Kursseite jetzt – im Breakout-Raum seht ihr diese Folie nicht mehr.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laut und gemeinsam. Wer einen anderen Weg hat: sagen, nicht schweigen.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Online-Rechner ist der Schiedsrichter – aber erst nach eurer Rechnung, nicht statt ihr.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in eurem Raum auf „Um Hilfe bitten“ klicken. Dann komme ich rein.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3602736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02736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49040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20:15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36822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Sprecher wie gehabt. Jede Gruppe zeigt nachher ihre Planungstabelle.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17/21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Netzpläne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Lösungen, ein Vergleich – und die Probe aufs Exempel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35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gehen wir gemeinsam durch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3736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37360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78408" y="1737360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zeigt ihre Planungstabelle – kurz, nur die Eckwerte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2121408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78408" y="2121408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Vergleich: Wo unterscheiden sich die Pläne – und sind beide richtig?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" y="250545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8408" y="2505456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Probe: Passen alle Blöcke zusammen in das /24?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2889504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8408" y="2889504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bleibt übrig – und warum ist Reserve kein Fehler?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8912" y="3273552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273552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78408" y="3273552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Bogen zur Umfrage: die /26-Frage, noch einmal für alle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794760"/>
            <a:ext cx="8010144" cy="54864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9" name="Shape 17"/>
          <p:cNvSpPr/>
          <p:nvPr/>
        </p:nvSpPr>
        <p:spPr>
          <a:xfrm>
            <a:off x="566928" y="3794760"/>
            <a:ext cx="41148" cy="5486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941064"/>
            <a:ext cx="76078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gibt mehrere richtige Pläne. Falsch ist nur, was sich überlappt oder nicht reicht.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18/21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mögliche Lösung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58368" y="1737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Abteilung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395728" y="1737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Präfix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310128" y="1737360"/>
            <a:ext cx="5175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 · nutzbar · Broadcast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029968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" y="210312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1031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 (100)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395728" y="21031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/25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310128" y="210312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192.168.10.0 · .1–.126 · .127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8368" y="24688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Gäste-WLAN (50)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395728" y="24688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/26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310128" y="246888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192.168.10.128 · .129–.190 · .191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" y="283464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28346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Produktion (20)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395728" y="28346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/27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310128" y="283464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192.168.10.192 · .193–.222 · .223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32004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(10)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395728" y="32004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/28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310128" y="320040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192.168.10.224 · .225–.238 · .239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75488" y="356616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" y="35661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395728" y="35661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310128" y="356616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.240 bis .255 bleiben frei – Platz zum Wachsen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8" name="Text 26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Größte zuerst vermeidet Lücken. Probe: 128 + 64 + 32 + 16 = 240 ≤ 256 – passt.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19/21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 DES ABENDS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nehmt ihr heute mit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691640"/>
            <a:ext cx="8010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Maske zieht die Grenze zwischen Netzanteil und Hostanteil.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Blockgröße = 2 hoch Hostbits. Nutzbar = Blockgröße minus zwei.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Netzadresse benennt das Netz, Broadcast ruft alle – beide sind reserviert.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heißt 10er, 172.16er, 192.168er – NAT übersetzt am Router nach draußen.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IPv6 nimmt euch das Rechnen ab – das Netz ist fast immer ein /64.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3566160"/>
            <a:ext cx="8010144" cy="96012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566160"/>
            <a:ext cx="41148" cy="9601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1246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Begriffe von heute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00246"/>
            <a:ext cx="7607808" cy="407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Oktett · Maske · Präfix (CIDR) · Netzanteil, Hostanteil · Blockgröße · Netzadresse, Broadcast · RFC-1918-Bereiche · NAT · Link-local. Die Begriffe begleiten euch bis zum Schluss – im Kurs wie in der Prüfung.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20/21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NACHARBEIT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Mittwoch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Angebote, keine Pflicht – Mittwoch machen wir den Netzwerkblock fertig.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Nachrechnen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heute noch gestolpert ist: Auf der Seite „Adressierung“ stehen weitere Aufgaben mit Lösungsweg – zwei davon reichen.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Weiterlesen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wissen will, wie der Weg eines Aufrufs wirklich aussieht: „Praxis: github.com – die Spurensuche“ auf der Kursseite.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Routing, VLAN und Netzwerksicherheit kompakt – und zum Abschluss lösen wir die Leitfrage vom ersten Abend ein.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Mittwoch, 2. September, 18:00 Uhr – das Finale des Netzwerkblocks.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21/21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Aufgaben, Lösungswege und die ganze Theorie stehen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Mittwoch, 2. September · Routing, VLAN und Sicherheit – das Blockfinale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Adressierung und Subnetting</dc:title>
  <dc:subject>Abend 2 im Themenblock Planung, Konzeptionierung, Integration</dc:subject>
  <dc:creator>Jacob Menge</dc:creator>
  <cp:lastModifiedBy>Jacob Menge</cp:lastModifiedBy>
  <cp:revision>1</cp:revision>
  <dcterms:created xsi:type="dcterms:W3CDTF">2026-08-31T14:45:23Z</dcterms:created>
  <dcterms:modified xsi:type="dcterms:W3CDTF">2026-08-31T14:45:23Z</dcterms:modified>
</cp:coreProperties>
</file>