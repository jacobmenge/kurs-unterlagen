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3/22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8010144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64 sagt, hat die zwei Reservierten vergessen – und wer Geräte plant, rechnet das Gateway mit ein: 61 bleiben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7/22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8/22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10/22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12/22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13/22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14/22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15/22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16/22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17/22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18/22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19/22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20/22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21/22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22/22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2026-08-31T14:55:20Z</dcterms:created>
  <dcterms:modified xsi:type="dcterms:W3CDTF">2026-08-31T14:55:20Z</dcterms:modified>
</cp:coreProperties>
</file>