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26.2b-orga/folienwerkstatt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2/22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3/22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4/22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In der Maske gilt: Einsen = Netz, Nullen = Gerät.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35608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72968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letztes Oktett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407408" y="1783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075688"/>
            <a:ext cx="562356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" y="2148840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35608" y="214884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72968" y="214884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07408" y="214884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243230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35608" y="243230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172968" y="243230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07408" y="243230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" y="2715768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715768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35608" y="271576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72968" y="2715768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07408" y="271576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2999232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35608" y="29992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2968" y="2999232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407408" y="2999232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" y="3282696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3282696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35608" y="3282696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72968" y="3282696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407408" y="3282696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" y="356616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35608" y="356616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72968" y="356616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356616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" y="3849624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" y="384962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435608" y="384962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172968" y="384962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407408" y="384962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44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6" name="Text 43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5/22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91640"/>
            <a:ext cx="8010144" cy="19568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64 sagt, hat die zwei Reservierten vergessen – und wer Geräte plant, rechnet das Gateway mit ein: 61 bleiben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6/22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7/22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8/22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10/22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11/22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12/22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13/22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14/22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IPv6?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wa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15/22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HEXADEZIMAL, KURZ ERKLÄRT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lesen können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 reicht: vorn das Netz, hinten das Gerät – gerechnet wird bei IPv6 nichts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16/22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17/22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18/22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19/22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20/22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21/22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22/22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2026-08-31T15:21:27Z</dcterms:created>
  <dcterms:modified xsi:type="dcterms:W3CDTF">2026-08-31T15:21:27Z</dcterms:modified>
</cp:coreProperties>
</file>