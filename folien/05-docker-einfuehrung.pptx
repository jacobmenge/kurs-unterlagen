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– Einführung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 ein ganzer Rechner aus Software – heute nur noch die Anwendung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9.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drei Begriffe von Montag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20116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201168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gegen Container – warum Docker das Kapseln schlanker macht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677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677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677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Image, Container, Registry – und was bei docker run passiert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5237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5237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797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797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797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Werkzeug einrichten: Docker Desktop – gemeinsam, Schritt für Schritt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30358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30358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2918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2918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2918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erster Container, dann ein eigenes Image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5478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5478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Container und die Kür-Images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8039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039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8039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Container überall stecken – und der Ausblick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Netzwerk- und der Virtualisierungs-Blick zahlen sich heute doppelt aus – Docker baut auf beidem auf.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 –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Begriffe von Montag: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· Gast · Hypervisor – wer ist wer?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dem Kopf – die drei tragen gleich den Vergleich mit Docker.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2/12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25237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828800"/>
            <a:ext cx="41148" cy="17373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2024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98448" y="1975104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2295144"/>
            <a:ext cx="162763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echte Rechner, auf dem alles läuft.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828800"/>
            <a:ext cx="25237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828800"/>
            <a:ext cx="41148" cy="17373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192024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041648" y="1975104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41648" y="2295144"/>
            <a:ext cx="162763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VM darin – mit eigenem kompletten Betriebssystem.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53328" y="1828800"/>
            <a:ext cx="25237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53328" y="1828800"/>
            <a:ext cx="41148" cy="17373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92024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784848" y="1975104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Hypervisor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84848" y="2295144"/>
            <a:ext cx="162763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Software dazwischen, die die Hardware verteilt.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Merkt euch besonders den Gast mit eigenem Betriebssystem – genau da setzt Docker den Hebel an.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3/12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Kapseln ohne Ballast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gegen Container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UNTERSCHIED AUF EINEN 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und Container im Vergleich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m-vs-cont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8010144" cy="2487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42232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9651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Beides kapselt. Die VM ein ganzes System – der Container nur die Anwendung. Das spart Gigabytes und Minuten.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Docker?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4/12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DREI GRUNDBEGRIFFE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Image, Container, Registry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mage-cont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4140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Backform und Kuchen: Das Image ist der unveränderliche Bauplan, jeder Container eine laufende Instanz davon.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Docker?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5/12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BEFEHL, VIER SCHRITTE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bei docker run passiert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ocker-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1920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88620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404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Genau diesen Befehl tippt ihr nach der Pause als Erstes – dann seht ihr alle vier Schritte live.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Docker?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6/12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ZUSAMMEN, JETZT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Desktop einrichten – gemeinsam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installieren jetzt gemeinsam – die Anleitung führt euch je Betriebssystem durch: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8010144" cy="71323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20240"/>
            <a:ext cx="41148" cy="7132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Anleitung öffnen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354326"/>
            <a:ext cx="7607808" cy="1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jacobmenge.github.io/kurs-unterlagen/docker/installation/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283464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Windows: Docker Desktop lädt WSL2 als Unterbau – ein Neustart kann dazugehören.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macOS: Installer ziehen, starten – fertig.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Linux: Docker Engine reicht („docker“ aus der Paketverwaltung).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bei allen gleich: „docker version“ meldet Client UND Server.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Kleiner Gruß von Montag: Docker Desktop startet dafür intern eine eigene VM – Typ 2, ihr wisst Bescheid.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Werkzeug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7/12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Erster Container, eigenes Image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28800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2880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81328" y="1828800"/>
            <a:ext cx="7095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Schritte: hello-world, dann nginx mit Port – Container starten, ansehen, aufräumen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81328" y="2231136"/>
            <a:ext cx="7095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Kür: ein eigenes Image – kleine Webseite, Dockerfile, bauen, starten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633472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6334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Notieren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81328" y="2633472"/>
            <a:ext cx="7095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Euren docker-ps-Stand nach Teil 1 – und aus der Kür: eure Image-Größe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511296"/>
            <a:ext cx="8010144" cy="96926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6928" y="3511296"/>
            <a:ext cx="41148" cy="96926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65760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alles braucht ihr gleich im Raum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4672" y="3945382"/>
            <a:ext cx="7607808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 1:  jacobmenge.github.io/kurs-unterlagen/docker/erste-schritte/   ·   Teil 2 (Kür):  jacobmenge.github.io/kurs-unterlagen/docker/praxis-eigenes-image/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8/12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Gruppen, eine Person teilt den Bildschirm – alle tippen auf dem eigenen Rechner mit.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Anleitung zeigt jeden Befehl mit erwarteter Ausgabe – vergleicht, was bei euch anders aussieht.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 1 ist Pflicht bis einschließlich Aufräumen. Die Kür beginnt erst, wenn Teil 1 sauber durch ist.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ohne Docker dasteht: in der Gruppe mitarbeiten und zu Hause nachziehen – Installation läuft notfalls nebenher.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Stolpersteine-Seite, dann „Um Hilfe bitten“.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kurz ihr docker ps – und wer die Kür geschafft hat, seine eigene Seite im Browser.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Container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81051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Gruppe: docker ps zeigen – was läuft, was ist gestoppt, was wurde aufgeräumt?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17627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Port-Frage: Wie kam nginx in euren Browser – wer hat da worauf weitergeleitet?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4203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420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Kür-Runde: eigene Seiten im Browser zeigen – und die Image-Größen vergleichen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90779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Montags-Vergleich: Was ging heute schneller als bei der VM – und warum?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Port-Frage ist euer Netzwerkblock in Aktion: -p 8080:80 ist nichts anderes als eine kleine NAT-Regel.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10/12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Container überall stecken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25237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828800"/>
            <a:ext cx="41148" cy="17373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7510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diesem Kurs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76856"/>
            <a:ext cx="21214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MQTT-Broker, Monitoring, Kubernetes, CI/CD – ab jetzt läuft fast jede Übung in Containern.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10128" y="1828800"/>
            <a:ext cx="25237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828800"/>
            <a:ext cx="41148" cy="17373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97510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Betrieb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2276856"/>
            <a:ext cx="21214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Moderne Anwendungen werden als Container ausgeliefert – gleiche Umgebung vom Laptop bis zur Cloud.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3328" y="1828800"/>
            <a:ext cx="25237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1828800"/>
            <a:ext cx="41148" cy="17373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197510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Grenzen bleiben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276856"/>
            <a:ext cx="21214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teilen den Kernel des Hosts. Fremde Betriebssysteme oder harte Isolation? Dann doch die VM von Montag.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Merksatz des Abends: Image = Bauplan, Container = laufende Instanz – und Wegwerfen ist wieder erlaubt.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11/12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 geht es in die Tiefe: Was passiert mit Daten, wenn der Container stirbt?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weg heißt Daten weg – außer man gibt ihnen ein Zuhause. Genau dafür sind Volumes da.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Container-Netze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Mehrere Container sprechen miteinander – euer VLAN-Wissen kommt wieder, nur in klein.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läuft jetzt bei euch – mehr braucht es nicht. Wer mag, spielt die Kür zu Ende.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14. September, 18:00 Uhr – Docker: Volumes, Netze, Umgebungsvariablen.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erster Container: lief.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Befehle, die Anleitungen und die Stolpersteine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14. September · Docker – Aufbau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Docker – Einführung</dc:title>
  <dc:subject>Abend 5 im Themenblock Planung, Konzeptionierung, Integration</dc:subject>
  <dc:creator>Jacob Menge</dc:creator>
  <cp:lastModifiedBy>Jacob Menge</cp:lastModifiedBy>
  <cp:revision>1</cp:revision>
  <dcterms:created xsi:type="dcterms:W3CDTF">2026-09-06T14:52:54Z</dcterms:created>
  <dcterms:modified xsi:type="dcterms:W3CDTF">2026-09-06T14:52:54Z</dcterms:modified>
</cp:coreProperties>
</file>