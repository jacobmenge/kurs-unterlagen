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Grundlagen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ein ganzer Rechner aus Software, heute nur noch die Anwendung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drei Begriffe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1168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Docker: das Transportproblem, der Frachtcontainer, VM gegen Container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Engine · Grundbegriffe · docker run · Ports · Lebenszyklus · Dockerfile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23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237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797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797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797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 einrichten: Docker Desktop gemeinsam, Schritt für Schritt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358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918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918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918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erster Container, als Vertiefung ein eigenes Image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47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478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Container und die selbst gebauten Images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8039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039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8039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Container überall stecken und der Ausblick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Netzwerkblick und der Virtualisierungsblick zahlen sich heute doppelt aus, denn Docker baut auf beidem auf.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Begriffe von Montag: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· Gast · Hypervisor: Wer ist wer?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Kopf bitte. Die drei tragen gleich den Vergleich mit Docker.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st-gas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das Bild von Montag. Merkt euch den Gast mit eigenem Betriebssystem, denn da setzt Docker gleich den Hebel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 dahinter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Frachtcontainer zum Docker-Container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„Bei mir läuft es aber!“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ei-mir-laeu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1579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Satz kennt ihr aus jedem Deployment. Der Code ist derselbe, die Umgebung nicht.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FRACHTCONTAINER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 ist 70 Jahre alt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chiff-parall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Daher der Name: Docker packt Software in genormte Container. Was drin ist, muss den Rechner nicht mehr kümmern.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UNTERSCHIED AUF EINEN 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und Container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vs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4223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9651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kapselt: die VM ein ganzes System, der Container nur die Anwendung. Das spart Gigabytes und Minuten.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DOCKER ENGINE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Docker ohne Hypervisor isoliert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ocker-eng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3957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Kernel ist der Kern des Betriebssystems, der Prozesse und Ressourcen verwaltet. Isolation kann er von Haus aus.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GRUNDBEGRIFFE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Image, Container, Registry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mage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Backform und Kuchen: Das Image ist der unveränderliche Bauplan, jeder Container eine laufende Instanz davon.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8/18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BEFEHL, VIER SCHRITTE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bei docker run passiert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ocker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1579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diesen Befehl tippt ihr nach der Pause als Erstes. Dann seht ihr alle vier Schritte live.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9/18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PORT-MAPPING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kommt der Container in den Browser?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port-mapp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-p bleibt der Container für sich. Erst die Weiterleitung macht ihn von außen erreichbar.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10/18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LEBENSZYKLUS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mein Container hin?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ntainer-leb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39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Frage kommt gleich in der Übung garantiert. Jetzt kennt ihr die Antwort schon.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11/18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DOCKERFILE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eigenes Image bauen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ockerfile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Dockerfile ist der Bauplan für euren Bauplan. Nur damit wird aus fremden Images etwas Eigenes.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12/18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ZUSAMMEN, JETZT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einrichten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installieren jetzt gemeinsam. Die Anleitung führt euch je Betriebssystem durch: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2024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öffnen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54326"/>
            <a:ext cx="7607808" cy="1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jacobmenge.github.io/kurs-unterlagen/docker/installation/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83464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Docker Desktop lädt WSL2 als Unterbau, ein Neustart kann dazugehören.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Installer ziehen, starten, fertig.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Docker Engine reicht („docker“ aus der Paketverwaltung).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bei allen gleich: „docker version“ meldet Client UND Server.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Kleiner Gruß von Montag: Docker Desktop startet dafür intern eine eigene VM vom Typ 2, ihr wisst Bescheid.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13/18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erste Container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und als Vertiefung ein eigenes Image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Schritte: hello-world, dann nginx mit Port. Container starten, ansehen, aufräumen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Vertiefung: ein eigenes Image mit kleiner Webseite. Dockerfile schreiben, bauen, starten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Experimente: in den Container schauen, Wegwerf-Test, zwei Versionen, Platzverbrauch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Euren docker-ps-Stand nach Teil 1 und aus der Vertiefung eure Image-Größe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01568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401568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47872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835654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1:  jacobmenge.github.io/kurs-unterlagen/docker/erste-schritte/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2 (Vertiefung):  jacobmenge.github.io/kurs-unterlagen/docker/praxis-eigenes-image/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14/18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 und alle tippen auf dem eigenen Rechner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zeigt jeden Befehl mit erwarteter Ausgabe. Vergleicht, was bei euch anders aussieht.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 ist Pflicht bis einschließlich Aufräumen. Die Vertiefung beginnt erst, wenn Teil 1 sauber durch ist.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Am Ende der Vertiefungs-Seite warten vier Bonus-Experimente, eines davon erklärt schon Montag.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ohne Docker dasteht: in der Gruppe mitarbeiten und zu Hause nachziehen. Die Installation läuft notfalls nebenher.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Stolpersteine-Seite, dann „Um Hilfe bitten“.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kurz ihr docker ps. Wer die Vertiefung geschafft hat, zeigt seine eigene Seite im Browser.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Container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 docker ps: Was läuft, was ist gestoppt, was wurde aufgeräumt?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Port-Frage: Wie kam nginx in euren Browser und wer hat da worauf weitergeleitet?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Vertiefungs-Runde: eigene Seiten im Browser zeigen und die Image-Größen vergleichen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Bonus war: Was ist mit der Änderung im Container passiert? (Cliffhanger für Montag)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Montags-Vergleich: Die Cloud-VM brauchte rund 7 Minuten bis „Ready“. Wie lange brauchte euer Container?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Port-Frage ist euer Netzwerkblock in Aktion: -p 8080:80 ist nichts anderes als eine kleine NAT-Regel.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16/18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Container überall stecken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ntainer-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 des Abends: Image = Bauplan, Container = laufende Instanz und Wegwerfen ist wieder erlaubt.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17/18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geht es in die Tiefe: Was passiert mit Daten, wenn der Container stirbt?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weg heißt Daten weg, außer man gibt ihnen ein Zuhause. Genau dafür sind Volumes da.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Container sprechen miteinander. Euer VLAN-Wissen kommt wieder, nur in klein.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 jetzt bei euch, mehr braucht es nicht. Wer mag, baut die Vertiefung zu Ende.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14. September um 18:00 Uhr mit Volumes, Netzen und Umgebungsvariablen.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18/18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erster Container: lief.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Befehle, die Anleitungen und die Stolpersteine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14. September · Docker Aufbau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Grundlagen</dc:title>
  <dc:subject>Abend 5 im Themenblock Planung, Konzeptionierung, Integration</dc:subject>
  <dc:creator>Jacob Menge</dc:creator>
  <cp:lastModifiedBy>Jacob Menge</cp:lastModifiedBy>
  <cp:revision>1</cp:revision>
  <dcterms:created xsi:type="dcterms:W3CDTF">2026-09-09T15:53:42Z</dcterms:created>
  <dcterms:modified xsi:type="dcterms:W3CDTF">2026-09-09T15:53:42Z</dcterms:modified>
</cp:coreProperties>
</file>