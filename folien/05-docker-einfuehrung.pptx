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– Einführung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 ein ganzer Rechner aus Software – heute nur noch die Anwendung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9. September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drei Begriffe von Montag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201168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gegen Container – warum Docker das Kapseln schlanker macht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67712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6771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Image, Container, Registry · docker run · Ports · Lebenszyklus · Dockerfile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52374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79776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797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7977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 einrichten: Docker Desktop – gemeinsam, Schritt für Schritt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303580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291840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29184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erster Container, dann ein eigenes Image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54787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Container und die Kür-Images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803904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803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80390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Container überall stecken – und der Ausblick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Netzwerk- und der Virtualisierungs-Blick zahlen sich heute doppelt aus – Docker baut auf beidem auf.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 –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Begriffe von Montag: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· Gast · Hypervisor – wer ist wer?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dem Kopf – die drei tragen gleich den Vergleich mit Docker.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st-gast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359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 das Bild von Montag. Merkt euch den Gast mit eigenem Betriebssystem – da setzt Docker gleich den Hebel 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Kapseln ohne Ballast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gegen Container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UNTERSCHIED AUF EINEN 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und Container im Vergleich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m-vs-contai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010144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42232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965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Beides kapselt. Die VM ein ganzes System – der Container nur die Anwendung. Das spart Gigabytes und Minuten.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Docker?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DREI GRUNDBEGRIFFE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Image, Container, Registry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mage-contai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4140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Backform und Kuchen: Das Image ist der unveränderliche Bauplan, jeder Container eine laufende Instanz davon.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Docker?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BEFEHL, VIER SCHRITTE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bei docker run passiert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ocker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 diesen Befehl tippt ihr nach der Pause als Erstes – dann seht ihr alle vier Schritte live.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Docker?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PORT-MAPPING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kommt der Container in den Browser?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port-map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-p bleibt der Container für sich. Erst die Weiterleitung macht ihn von außen erreichbar.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Docker?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LEBENSZYKLUS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ist mein Container hin?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ontainer-leb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233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776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Frage kommt gleich in der Übung garantiert – jetzt kennt ihr die Antwort schon.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Docker?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DOCKERFILE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eigenes Image bauen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ockerfile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1480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690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Dockerfile ist der Bauplan für euren Bauplan – nur damit wird aus fremden Images etwas Eigenes.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Docker?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ZUSAMMEN, JETZT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Desktop einrichten – gemeinsam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installieren jetzt gemeinsam – die Anleitung führt euch je Betriebssystem durch: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8010144" cy="713232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20240"/>
            <a:ext cx="41148" cy="7132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6654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Anleitung öffnen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354326"/>
            <a:ext cx="7607808" cy="160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jacobmenge.github.io/kurs-unterlagen/docker/installation/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834640"/>
            <a:ext cx="8010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Docker Desktop lädt WSL2 als Unterbau – ein Neustart kann dazugehören.</a:t>
            </a: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macOS: Installer ziehen, starten – fertig.</a:t>
            </a: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Linux: Docker Engine reicht („docker“ aus der Paketverwaltung).</a:t>
            </a: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bei allen gleich: „docker version“ meldet Client UND Server.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2062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1605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Kleiner Gruß von Montag: Docker Desktop startet dafür intern eine eigene VM – Typ 2, ihr wisst Bescheid.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Container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und als Kür ein eigenes Image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92224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81328" y="1792224"/>
            <a:ext cx="7095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Schritte: hello-world, dann nginx mit Port – Container starten, ansehen, aufräumen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121408"/>
            <a:ext cx="7095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Kür: ein eigenes Image – kleine Webseite, Dockerfile, bauen, starten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450592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505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2450592"/>
            <a:ext cx="7095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Experimente: in den Container schauen, Wegwerf-Test, zwei Versionen, Platzverbrauch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7797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Notieren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2779776"/>
            <a:ext cx="7095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Euren docker-ps-Stand nach Teil 1 – und aus der Kür: eure Image-Größe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401568"/>
            <a:ext cx="8010144" cy="109728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401568"/>
            <a:ext cx="41148" cy="109728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547872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alles braucht ihr gleich im Raum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3835654"/>
            <a:ext cx="7607808" cy="5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1:  jacobmenge.github.io/kurs-unterlagen/docker/erste-schritte/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2 (Kür):  jacobmenge.github.io/kurs-unterlagen/docker/praxis-eigenes-image/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Gruppen, eine Person teilt den Bildschirm – alle tippen auf dem eigenen Rechner mit.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Anleitung zeigt jeden Befehl mit erwarteter Ausgabe – vergleicht, was bei euch anders aussieht.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1 ist Pflicht bis einschließlich Aufräumen. Die Kür beginnt erst, wenn Teil 1 sauber durch ist.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 durch? Am Ende der Kür-Seite warten vier Bonus-Experimente – eines davon erklärt schon Montag.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ohne Docker dasteht: in der Gruppe mitarbeiten und zu Hause nachziehen – Installation läuft notfalls nebenher.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Stolpersteine-Seite, dann „Um Hilfe bitten“.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zeigt kurz ihr docker ps – und wer die Kür geschafft hat, seine eigene Seite im Browser.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25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Container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Gruppe: docker ps zeigen – was läuft, was ist gestoppt, was wurde aufgeräumt?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Port-Frage: Wie kam nginx in euren Browser – wer hat da worauf weitergeleitet?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Kür-Runde: eigene Seiten im Browser zeigen – und die Image-Größen vergleichen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im Bonus war: Was ist mit der Änderung im Container passiert? (Cliffhanger für Montag)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Montags-Vergleich: Die Cloud-VM brauchte ~7 Minuten bis „Ready“ – wie lange lief euer Container?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Port-Frage ist euer Netzwerkblock in Aktion: -p 8080:80 ist nichts anderes als eine kleine NAT-Regel.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13/15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BLICK NACH VORN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Container überall stecken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ontainer-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395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Merksatz des Abends: Image = Bauplan, Container = laufende Instanz – und Wegwerfen ist wieder erlaubt.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14/15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 geht es in die Tiefe: Was passiert mit Daten, wenn der Container stirbt?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weg heißt Daten weg – außer man gibt ihnen ein Zuhause. Genau dafür sind Volumes 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Container-Netze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Container sprechen miteinander – euer VLAN-Wissen kommt wieder, nur in klein.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vorbereiten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läuft jetzt bei euch – mehr braucht es nicht. Wer mag, spielt die Kür zu Ende.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14. September, 18:00 Uhr – Docker: Volumes, Netze, Umgebungsvariablen.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erster Container: lief.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Befehle, die Anleitungen und die Stolpersteine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14. September · Docker – Aufbau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– Einführung</dc:title>
  <dc:subject>Abend 5 im Themenblock Planung, Konzeptionierung, Integration</dc:subject>
  <dc:creator>Jacob Menge</dc:creator>
  <cp:lastModifiedBy>Jacob Menge</cp:lastModifiedBy>
  <cp:revision>1</cp:revision>
  <dcterms:created xsi:type="dcterms:W3CDTF">2026-09-09T11:01:31Z</dcterms:created>
  <dcterms:modified xsi:type="dcterms:W3CDTF">2026-09-09T11:01:31Z</dcterms:modified>
</cp:coreProperties>
</file>