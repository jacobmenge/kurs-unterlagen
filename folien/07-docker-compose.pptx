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ganze Stack in einer Datei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16. September 2026 · 18:00 bis 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55648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556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5564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Warmup: die Befehls-Zählung von Montag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199339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572768" y="199339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Idee: beschreiben statt tippen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231136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2311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18:20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72768" y="223113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compose.yaml Zeile für Zeile, jede kennt ihr von Montag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4688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18:35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72768" y="246888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und down: der Lebenszyklus eines Stacks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706624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70662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72768" y="270662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29443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572768" y="294436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8912" y="3182112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1821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19:00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572768" y="318211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der Montags-Stack als eine Datei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341985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19:55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72768" y="341985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Dateien und der down-v-Unterschied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8912" y="3657600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6576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20:25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572768" y="365760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Compose im Alltag steht und wo es endet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" y="389534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20:40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572768" y="389534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Ausblick: Montag ist Gruppen-Event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4270248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1" name="Text 29"/>
          <p:cNvSpPr/>
          <p:nvPr/>
        </p:nvSpPr>
        <p:spPr>
          <a:xfrm>
            <a:off x="749808" y="422452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tippt ihr die Montags-Befehle zum letzten Mal von Hand. Danach beschreibt sie eine Datei.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1/11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CHAT, 60 SEKUNDEN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719072"/>
            <a:ext cx="74615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viele Befehle brauchte unser Stack am Montag,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von Volume bis Adminer?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wie viele davon wisst ihr noch auswendig?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Schätzen ist erlaubt. Die zweite Frage ist die wichtigere.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2/11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zettel-bi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Niemand muss sich schlecht fühlen: Das Vergessen ist hier kein Wissensproblem, sondern ein Werkzeugproblem.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3/11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Beschreiben statt Tippen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Von vier Befehlen zu einer Datei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IDEE VON COMPOSE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 Befehlen wird eine Datei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compose-id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8010144" cy="23042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YAML ist ein Textformat für Struktur per Einrückung, gut lesbar für Menschen. Genau eine Regel: Leerzeichen, niemals Tabs.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Idee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4/11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COMPOSE.YAML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Zeile kennt ihr schon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compose-date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26464"/>
            <a:ext cx="8010144" cy="250545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23944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7822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Nichts hier ist neu: Es sind die Montags-Flags, nur aufgeschrieben statt getippt. Das Netz legt Compose ganz von selbst an.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Idee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5/11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LEBENSZYKLUS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Befehl hoch, ein Befehl runter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compose-leb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99616"/>
            <a:ext cx="8010144" cy="22494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-v von down -v ist die bewusste Entscheidung, auch die Daten zu löschen. Ohne -v überlebt euer Volume jeden down.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Idee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6/11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Stack aus einer Hand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Minuten in Gruppen: die Montags-Übung als compose.yaml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92224"/>
            <a:ext cx="8266176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Teil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481328" y="1792224"/>
            <a:ext cx="7095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compose.yaml schreiben: zwei Services, ein Volume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Teil 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481328" y="2121408"/>
            <a:ext cx="7095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starten, im Browser anmelden, Tabelle anlegen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450592"/>
            <a:ext cx="8266176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45059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Teil 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81328" y="2450592"/>
            <a:ext cx="7095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Härtetest die Zweite: down, up, sind die Daten noch da?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277977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Bonus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481328" y="2779776"/>
            <a:ext cx="7095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Experimente: zweiter Adminer im Stack, Logs verfolgen, config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" y="3108960"/>
            <a:ext cx="8266176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1089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Notieren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81328" y="3108960"/>
            <a:ext cx="7095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Antwort: Was löscht down und was löscht erst down -v?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3456432"/>
            <a:ext cx="8010144" cy="109728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456432"/>
            <a:ext cx="41148" cy="109728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602736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öffnen, alles braucht ihr gleich im Raum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04672" y="3890518"/>
            <a:ext cx="7607808" cy="54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Übung:  jacobmenge.github.io/kurs-unterlagen/docker-compose/praxis-webapp/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 jacobmenge.github.io/kurs-unterlagen/docker-compose/stolpersteine/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&lt;Link zum Ergebnis-Dokument hier eintragen&gt;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7/11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Gleiche Gruppen, eine Person teilt den Bildschirm, alle tippen selbst mit.</a:t>
            </a:r>
            <a:endParaRPr lang="en-US" sz="12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YAML-Datei tippt ihr ab, statt sie zu kopieren. Die Einrückung ist der halbe Lernstoff.</a:t>
            </a:r>
            <a:endParaRPr lang="en-US" sz="12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Leerzeichen je Ebene, niemals Tabs. Bei Fehlermeldungen zuerst die Einrückung prüfen.</a:t>
            </a:r>
            <a:endParaRPr lang="en-US" sz="12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Schnell durch? Am Ende der Seite warten die Bonus-Experimente.</a:t>
            </a:r>
            <a:endParaRPr lang="en-US" sz="12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erst die Stolpersteine-Seite, dann um Hilfe bitten.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19:55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zeigt ihre compose.yaml und beantwortet die down-v-Frage aus dem eigenen Versuch.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Stacks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81051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Gruppe teilt ihre compose.yaml: Wir lesen sie gemeinsam Zeile für Zeile.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762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15568" y="217627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Vergleich: Montag fünf Befehle, heute einer. Was davon steckt jetzt wo?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4203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420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5568" y="254203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Härtetest die Zweite: Was hat down überlebt und warum?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9077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5568" y="290779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Fangfrage: Wo ist das Netzwerk aus der Datei? Es steht ja gar nicht drin.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15568" y="327355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im Bonus war: Wie kam der zweite Adminer in den Stack?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auf die Fangfrage: Compose legt für jeden Stack automatisch ein eigenes Netz an, die Services heißen wie ihre Namen.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9/11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Compose im Alltag steht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compose-einsat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44752"/>
            <a:ext cx="8010144" cy="243230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87368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4164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Merksatz des Abends: Die Datei ist der Stack. Wer die compose.yaml hat, hat die ganze Umgebung.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10/11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Montag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 gibt es keine neue Theorie. Montag wird gespielt, mit allem, was ihr jetzt könnt.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Gruppen-Event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Escape Room oder Mission Control: Ihr löst im Team Aufgaben rund um Container, auf Zeit.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Werkzeugkasten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aus den letzten drei Abenden kommt vor: run, Volumes, Netze, Compose.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Nichts vorbereiten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läuft und gute Laune reicht. Punkte gibt es für Teamarbeit, nicht für Tempo.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Montag, 21. September um 18:00 Uhr, das Gruppen-Event.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11/11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Datei ist der Stack.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komplette compose.yaml und alle Befehle stehen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21. September · Gruppen-Event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Docker Compose</dc:title>
  <dc:subject>Abend 7 im Themenblock Planung, Konzeptionierung, Integration</dc:subject>
  <dc:creator>Jacob Menge</dc:creator>
  <cp:lastModifiedBy>Jacob Menge</cp:lastModifiedBy>
  <cp:revision>1</cp:revision>
  <dcterms:created xsi:type="dcterms:W3CDTF">2026-09-10T12:55:51Z</dcterms:created>
  <dcterms:modified xsi:type="dcterms:W3CDTF">2026-09-10T12:55:51Z</dcterms:modified>
</cp:coreProperties>
</file>