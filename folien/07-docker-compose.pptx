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ganze Stack in einer Datei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16.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Befehls-Zählung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Idee: beschreiben statt tippen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 Zeile für Zeile, jede kennt ihr von Montag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und down: der Lebenszyklus eines Stacks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Montags-Stack als eine Datei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Dateien und der down-v-Unterschied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Compose im Alltag steht und wo es endet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Ausblick: Montag ist Gruppen-Event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tippt ihr die Montags-Befehle zum letzten Mal von Hand. Danach beschreibt sie eine Datei.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Befehle brauchte unser Stack am Montag,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Volume bis Adminer?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viele davon wisst ihr noch auswendig?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Schätzen ist erlaubt. Die zweite Frage ist die wichtigere.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ettel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muss sich schlecht fühlen: Das Vergessen ist hier kein Wissensproblem, sondern ein Werkzeugproblem.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Beschreiben statt Tippen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vier Befehlen zu einer Datei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 VON COMPOSE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Befehlen wird eine Datei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id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Dateiformat heißt YAML: ein Textformat, das Struktur allein über Einrückung zeigt und für Menschen gut lesbar bleibt.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LEERZEICHEN, NIEMALS TABS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eine YAML-Regel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yaml-reg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diese Fehlermeldung. Wer sie in der Übung sieht, prüft zuerst die Einrückung und gewinnt zehn Minuten Fehlersuche zurück.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Zeile kennt ihr schon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dat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505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hier ist neu: Es sind die Montags-Flags, nur aufgeschrieben statt getippt. Das Netz legt Compose ganz von selbst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LEBENSZYKLUS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hoch, ein Befehl runter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leb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-v von down -v ist die bewusste Entscheidung, auch die Daten zu löschen. Ohne -v überlebt euer Volume jeden down.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Stack aus einer Hand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Gruppen: die Montags-Übung als compose.yaml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37360"/>
            <a:ext cx="70957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compose.yaml schreiben: zwei Services, ein Volume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20824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020824"/>
            <a:ext cx="70957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starten, im Browser anmelden, Tabelle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04288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04288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304288"/>
            <a:ext cx="70957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die Zweite: down, up, sind die Daten noch da?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87752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587752"/>
            <a:ext cx="70957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Experimente: zweiter Adminer im Stack, Logs verfolgen, config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71216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71216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2871216"/>
            <a:ext cx="70957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zweite Stack: ohne Anleitung bauen, Hinweise nur zum Aufklappen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154680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81328" y="3154680"/>
            <a:ext cx="70957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Antwort: Was löscht down und was löscht erst down -v?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456432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456432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60273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3890518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jacobmenge.github.io/kurs-unterlagen/docker-compose/praxis-webapp/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jacobmenge.github.io/kurs-unterlagen/docker-compose/stolpersteine/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Bildschirm, alle tippen selbst mit, Windows wie immer in der PowerShell.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YAML-Datei tippt ihr ab, statt sie zu kopieren. Die Einrückung ist der halbe Lernstoff.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Leerzeichen je Ebene, niemals Tabs. Bei Fehlermeldungen zuerst die Einrückung prüfen.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Schnell durch? Am Ende der Seite warten die Bonus-Experimente.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die Stolpersteine-Seite, dann um Hilfe bitten.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19:55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compose.yaml und beantwortet die down-v-Frage aus dem eigenen Versuch.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Stacks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Gruppe teilt ihre compose.yaml: Wir lesen sie gemeinsam Zeile für Zeile.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Vergleich: Montag eine Handvoll Befehle, heute einer. Was davon steckt jetzt wo?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die Zweite: Was hat down überlebt und warum?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Fangfrage: Wo ist das Netzwerk aus der Datei? Es steht ja gar nicht drin.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Bonus war: Wie kam der zweite Adminer in den Stack?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auf die Fangfrage: Compose legt für jeden Stack automatisch ein eigenes Netz an. Dort ist jeder Service unter seinem Namen erreichbar.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Compose im Alltag steht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einsa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Prinzip heißt deklarativ: Ihr beschreibt den Soll-Zustand, Compose stellt ihn her. Für Server und Netze heißt dieselbe Idee Infrastructure as Code.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gibt es keine neue Theorie. Montag wird gespielt, mit allem, was ihr jetzt könnt.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Control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DevOps-Team der Bodenkontrolle bringt ihr die Aurora Station mit zehn Containern zurück ins Leben.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Werkzeugkasten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aus den letzten drei Abenden kommt vor: run, Volumes, Netze, Compose.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läuft und gute Laune reicht. Punkte gibt es für Teamarbeit, nicht für Tempo.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21. September um 18:00 Uhr: Docker Praxis, das Gruppen-Event.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 ist der Stack.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komplette compose.yaml und alle Befehle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21. September · Docker Praxis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Compose</dc:title>
  <dc:subject>Abend 7 im Themenblock Planung, Konzeptionierung, Integration</dc:subject>
  <dc:creator>Jacob Menge</dc:creator>
  <cp:lastModifiedBy>Jacob Menge</cp:lastModifiedBy>
  <cp:revision>1</cp:revision>
  <dcterms:created xsi:type="dcterms:W3CDTF">2026-09-16T15:56:25Z</dcterms:created>
  <dcterms:modified xsi:type="dcterms:W3CDTF">2026-09-16T15:56:25Z</dcterms:modified>
</cp:coreProperties>
</file>