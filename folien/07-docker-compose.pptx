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jacobmenge/Desktop/kurs-26.2b-orga/folienwerkstatt/assets/icons/cloudheld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26680" y="365760"/>
            <a:ext cx="868680" cy="8686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1682496"/>
            <a:ext cx="76352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 Compose</a:t>
            </a:r>
            <a:endParaRPr lang="en-US" sz="4200" dirty="0"/>
          </a:p>
        </p:txBody>
      </p:sp>
      <p:sp>
        <p:nvSpPr>
          <p:cNvPr id="5" name="Text 2"/>
          <p:cNvSpPr/>
          <p:nvPr/>
        </p:nvSpPr>
        <p:spPr>
          <a:xfrm>
            <a:off x="914400" y="2761488"/>
            <a:ext cx="7635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ganze Stack in einer Datei</a:t>
            </a:r>
            <a:endParaRPr lang="en-US" sz="1700" dirty="0"/>
          </a:p>
        </p:txBody>
      </p:sp>
      <p:sp>
        <p:nvSpPr>
          <p:cNvPr id="6" name="Shape 3"/>
          <p:cNvSpPr/>
          <p:nvPr/>
        </p:nvSpPr>
        <p:spPr>
          <a:xfrm>
            <a:off x="914400" y="3986784"/>
            <a:ext cx="1828800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914400" y="4078224"/>
            <a:ext cx="7635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Mittwoch, 16. September 2026 · 18:00 bis 21:00 Uhr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ABLAUF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uns heute Abend erwartet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755648"/>
            <a:ext cx="8266176" cy="23774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755648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18:00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572768" y="1755648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Warmup: die Befehls-Zählung von Montag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66928" y="1993392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18:10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1572768" y="1993392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Idee: beschreiben statt tippen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8912" y="2231136"/>
            <a:ext cx="8266176" cy="23774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231136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18:20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572768" y="2231136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compose.yaml Zeile für Zeile, jede kennt ihr von Montag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66928" y="246888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18:35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572768" y="2468880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 und down: der Lebenszyklus eines Stacks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38912" y="2706624"/>
            <a:ext cx="8266176" cy="23774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2706624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18:45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1572768" y="2706624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Pause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66928" y="2944368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18:55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572768" y="2944368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Briefing für die Breakout-Übung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38912" y="3182112"/>
            <a:ext cx="8266176" cy="23774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1" name="Text 19"/>
          <p:cNvSpPr/>
          <p:nvPr/>
        </p:nvSpPr>
        <p:spPr>
          <a:xfrm>
            <a:off x="566928" y="3182112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19:00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572768" y="3182112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Breakout: der Montags-Stack als eine Datei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66928" y="3419856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19:55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572768" y="3419856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Auswertung: eure Dateien und der down-v-Unterschied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38912" y="3657600"/>
            <a:ext cx="8266176" cy="23774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6" name="Text 24"/>
          <p:cNvSpPr/>
          <p:nvPr/>
        </p:nvSpPr>
        <p:spPr>
          <a:xfrm>
            <a:off x="566928" y="365760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20:25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1572768" y="3657600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 Compose im Alltag steht und wo es endet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66928" y="3895344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20:40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1572768" y="3895344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Ausblick: Montag ist Gruppen-Event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566928" y="4270248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1" name="Text 29"/>
          <p:cNvSpPr/>
          <p:nvPr/>
        </p:nvSpPr>
        <p:spPr>
          <a:xfrm>
            <a:off x="749808" y="4224528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Heute tippt ihr die Montags-Befehle zum letzten Mal von Hand. Danach beschreibt sie eine Datei.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1/12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ANTWORT IN DEN CHAT, 60 SEKUNDEN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Warmup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41248" y="1719072"/>
            <a:ext cx="746150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viele Befehle brauchte unser Stack am Montag,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von Volume bis Adminer?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 wie viele davon wisst ihr noch auswendig?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Schätzen ist erlaubt. Die zweite Frage ist die wichtigere.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2/12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AUFLÖSUNG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Warmup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zettel-bi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17904"/>
            <a:ext cx="8010144" cy="2286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06908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2336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Niemand muss sich schlecht fühlen: Das Vergessen ist hier kein Wissensproblem, sondern ein Werkzeugproblem.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3/12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6F4F5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Beschreiben statt Tippen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Von vier Befehlen zu einer Datei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IDEE VON COMPOSE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 Befehlen wird eine Datei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compose-ide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8010144" cy="230428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06908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2336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Dateiformat heißt YAML: ein Textformat, das Struktur allein über Einrückung zeigt und für Menschen gut lesbar bleibt.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Idee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4/12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LEERZEICHEN, NIEMALS TABS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eine YAML-Regel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yaml-reg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99616"/>
            <a:ext cx="8010144" cy="224942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06908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2336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Merkt euch diese Fehlermeldung. Wer sie in der Übung sieht, prüft zuerst die Einrückung und gewinnt zehn Minuten Fehlersuche zurück.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Idee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5/12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COMPOSE.YAML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 Zeile kennt ihr schon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compose-date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26464"/>
            <a:ext cx="8010144" cy="250545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23944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78224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Nichts hier ist neu: Es sind die Montags-Flags, nur aufgeschrieben statt getippt. Das Netz legt Compose ganz von selbst an.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Idee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6/12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LEBENSZYKLUS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Befehl hoch, ein Befehl runter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compose-leb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99616"/>
            <a:ext cx="8010144" cy="224942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06908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2336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-v von down -v ist die bewusste Entscheidung, auch die Daten zu löschen. Ohne -v überlebt euer Volume jeden down.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Idee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7/12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FBF2E3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Stack aus einer Hand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 Minuten in Gruppen: die Montags-Übung als compose.yaml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 · 55 MINUTEN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Auftrag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792224"/>
            <a:ext cx="8266176" cy="32918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79222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Teil 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481328" y="1792224"/>
            <a:ext cx="70957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compose.yaml schreiben: zwei Services, ein Volume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66928" y="2121408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Teil 2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481328" y="2121408"/>
            <a:ext cx="70957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 starten, im Browser anmelden, Tabelle anlegen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8912" y="2450592"/>
            <a:ext cx="8266176" cy="32918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450592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Teil 3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81328" y="2450592"/>
            <a:ext cx="70957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Härtetest die Zweite: down, up, sind die Daten noch da?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2779776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Bonus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481328" y="2779776"/>
            <a:ext cx="70957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Drei Experimente: zweiter Adminer im Stack, Logs verfolgen, config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38912" y="3108960"/>
            <a:ext cx="8266176" cy="32918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3108960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Notieren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81328" y="3108960"/>
            <a:ext cx="70957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Eure Antwort: Was löscht down und was löscht erst down -v?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66928" y="3456432"/>
            <a:ext cx="8010144" cy="109728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19" name="Shape 17"/>
          <p:cNvSpPr/>
          <p:nvPr/>
        </p:nvSpPr>
        <p:spPr>
          <a:xfrm>
            <a:off x="566928" y="3456432"/>
            <a:ext cx="41148" cy="109728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20" name="Text 18"/>
          <p:cNvSpPr/>
          <p:nvPr/>
        </p:nvSpPr>
        <p:spPr>
          <a:xfrm>
            <a:off x="804672" y="3602736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Jetzt öffnen, alles braucht ihr gleich im Raum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04672" y="3890518"/>
            <a:ext cx="7607808" cy="5443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Übung:  jacobmenge.github.io/kurs-unterlagen/docker-compose/praxis-webapp/</a:t>
            </a:r>
            <a:endParaRPr lang="en-US" sz="10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Wenn es klemmt:  jacobmenge.github.io/kurs-unterlagen/docker-compose/stolpersteine/</a:t>
            </a:r>
            <a:endParaRPr lang="en-US" sz="10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Ergebnisse eintragen:  &lt;Link zum Ergebnis-Dokument hier eintragen&gt;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8/12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SPIELREGELN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arbeitet ihr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700784"/>
            <a:ext cx="801014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lnSpc>
                <a:spcPct val="100000"/>
              </a:lnSpc>
              <a:spcAft>
                <a:spcPts val="900"/>
              </a:spcAft>
              <a:buClr>
                <a:srgbClr val="0F7C86"/>
              </a:buClr>
              <a:buSzPct val="100000"/>
              <a:buChar char="▸"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Gleiche Gruppen, eine Person teilt den Bildschirm, alle tippen selbst mit, Windows wie immer in der PowerShell.</a:t>
            </a:r>
            <a:endParaRPr lang="en-US" sz="1250" dirty="0"/>
          </a:p>
          <a:p>
            <a:pPr marL="254000" indent="-254000">
              <a:lnSpc>
                <a:spcPct val="100000"/>
              </a:lnSpc>
              <a:spcAft>
                <a:spcPts val="900"/>
              </a:spcAft>
              <a:buClr>
                <a:srgbClr val="0F7C86"/>
              </a:buClr>
              <a:buSzPct val="100000"/>
              <a:buChar char="▸"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YAML-Datei tippt ihr ab, statt sie zu kopieren. Die Einrückung ist der halbe Lernstoff.</a:t>
            </a:r>
            <a:endParaRPr lang="en-US" sz="1250" dirty="0"/>
          </a:p>
          <a:p>
            <a:pPr marL="254000" indent="-254000">
              <a:lnSpc>
                <a:spcPct val="100000"/>
              </a:lnSpc>
              <a:spcAft>
                <a:spcPts val="900"/>
              </a:spcAft>
              <a:buClr>
                <a:srgbClr val="0F7C86"/>
              </a:buClr>
              <a:buSzPct val="100000"/>
              <a:buChar char="▸"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Zwei Leerzeichen je Ebene, niemals Tabs. Bei Fehlermeldungen zuerst die Einrückung prüfen.</a:t>
            </a:r>
            <a:endParaRPr lang="en-US" sz="1250" dirty="0"/>
          </a:p>
          <a:p>
            <a:pPr marL="254000" indent="-254000">
              <a:lnSpc>
                <a:spcPct val="100000"/>
              </a:lnSpc>
              <a:spcAft>
                <a:spcPts val="900"/>
              </a:spcAft>
              <a:buClr>
                <a:srgbClr val="0F7C86"/>
              </a:buClr>
              <a:buSzPct val="100000"/>
              <a:buChar char="▸"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Schnell durch? Am Ende der Seite warten die Bonus-Experimente.</a:t>
            </a:r>
            <a:endParaRPr lang="en-US" sz="1250" dirty="0"/>
          </a:p>
          <a:p>
            <a:pPr marL="254000" indent="-254000">
              <a:lnSpc>
                <a:spcPct val="100000"/>
              </a:lnSpc>
              <a:spcAft>
                <a:spcPts val="900"/>
              </a:spcAft>
              <a:buClr>
                <a:srgbClr val="0F7C86"/>
              </a:buClr>
              <a:buSzPct val="100000"/>
              <a:buChar char="▸"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Wenn es klemmt: erst die Stolpersteine-Seite, dann um Hilfe bitten.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66928" y="3602736"/>
            <a:ext cx="8010144" cy="8229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3602736"/>
            <a:ext cx="41148" cy="82296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3749040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19:55 sind alle wieder hier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4036822"/>
            <a:ext cx="7607808" cy="270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 Gruppe zeigt ihre compose.yaml und beantwortet die down-v-Frage aus dem eigenen Versuch.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9/12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 · 30 MINUTEN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Eure Stacks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810512"/>
            <a:ext cx="8266176" cy="3657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81051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115568" y="1810512"/>
            <a:ext cx="7461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Gruppe teilt ihre compose.yaml: Wir lesen sie gemeinsam Zeile für Zeile.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66928" y="217627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115568" y="2176272"/>
            <a:ext cx="7461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Vergleich: Montag eine Handvoll Befehle, heute einer. Was davon steckt jetzt wo?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8912" y="2542032"/>
            <a:ext cx="8266176" cy="3657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54203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15568" y="2542032"/>
            <a:ext cx="7461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Härtetest die Zweite: Was hat down überlebt und warum?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66928" y="290779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115568" y="2907792"/>
            <a:ext cx="7461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Fangfrage: Wo ist das Netzwerk aus der Datei? Es steht ja gar nicht drin.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38912" y="3273552"/>
            <a:ext cx="8266176" cy="3657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327355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115568" y="3273552"/>
            <a:ext cx="7461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im Bonus war: Wie kam der zweite Adminer in den Stack?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66928" y="406908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9" name="Text 17"/>
          <p:cNvSpPr/>
          <p:nvPr/>
        </p:nvSpPr>
        <p:spPr>
          <a:xfrm>
            <a:off x="749808" y="402336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Antwort auf die Fangfrage: Compose legt für jeden Stack automatisch ein eigenes Netz an. Dort ist jeder Service unter seinem Namen erreichbar.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10/12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EINORDNUNG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 Compose im Alltag steht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compose-einsatz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44752"/>
            <a:ext cx="8010144" cy="243230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087368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41648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Merksatz des Abends: Die Datei ist der Stack. Wer die compose.yaml hat, hat die ganze Umgebung.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11/12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AUSBLICK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Bis Montag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Montag gibt es keine neue Theorie. Montag wird gespielt, mit allem, was ihr jetzt könnt.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92024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 Control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Als DevOps-Team der Bodenstation bringt ihr einen Stack aus vier Diensten zurück ins Leben.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3101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9"/>
          <p:cNvSpPr/>
          <p:nvPr/>
        </p:nvSpPr>
        <p:spPr>
          <a:xfrm>
            <a:off x="3310128" y="1975104"/>
            <a:ext cx="41148" cy="192024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2" name="Text 10"/>
          <p:cNvSpPr/>
          <p:nvPr/>
        </p:nvSpPr>
        <p:spPr>
          <a:xfrm>
            <a:off x="35478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Euer Werkzeugkasten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478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Alles aus den letzten drei Abenden kommt vor: run, Volumes, Netze, Compose.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0533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5" name="Shape 13"/>
          <p:cNvSpPr/>
          <p:nvPr/>
        </p:nvSpPr>
        <p:spPr>
          <a:xfrm>
            <a:off x="6053328" y="1975104"/>
            <a:ext cx="41148" cy="192024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6" name="Text 14"/>
          <p:cNvSpPr/>
          <p:nvPr/>
        </p:nvSpPr>
        <p:spPr>
          <a:xfrm>
            <a:off x="62910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Nichts vorbereiten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2910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 läuft und gute Laune reicht. Punkte gibt es für Teamarbeit, nicht für Tempo.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9" name="Text 17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Nächster Termin: Montag, 21. September um 18:00 Uhr: Docker Praxis, das Gruppen-Event.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Abschluss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12/12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015484"/>
            <a:ext cx="9144000" cy="128016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1828800"/>
            <a:ext cx="8010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Datei ist der Stack.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278892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komplette compose.yaml und alle Befehle stehen zum Nachlesen auf der Kursseite.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66928" y="3401568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Montag, 21. September · Docker Praxis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Docker Compose</dc:title>
  <dc:subject>Abend 7 im Themenblock Planung, Konzeptionierung, Integration</dc:subject>
  <dc:creator>Jacob Menge</dc:creator>
  <cp:lastModifiedBy>Jacob Menge</cp:lastModifiedBy>
  <cp:revision>1</cp:revision>
  <dcterms:created xsi:type="dcterms:W3CDTF">2026-09-14T14:32:26Z</dcterms:created>
  <dcterms:modified xsi:type="dcterms:W3CDTF">2026-09-14T14:32:26Z</dcterms:modified>
</cp:coreProperties>
</file>